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5"/>
  </p:normalViewPr>
  <p:slideViewPr>
    <p:cSldViewPr snapToGrid="0" snapToObjects="1">
      <p:cViewPr varScale="1">
        <p:scale>
          <a:sx n="88" d="100"/>
          <a:sy n="88" d="100"/>
        </p:scale>
        <p:origin x="176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169329-8A09-4EF6-8868-0EE8C4C24FA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25A6CD-4103-446F-AC4D-727DA544E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Post-visit instructions are often dense and hard to follow.</a:t>
          </a:r>
        </a:p>
      </dgm:t>
    </dgm:pt>
    <dgm:pt modelId="{9C7727D0-09B7-4B67-A431-91562378D53C}" type="parTrans" cxnId="{B931C214-63FF-44AF-9D1D-2099A60021A3}">
      <dgm:prSet/>
      <dgm:spPr/>
      <dgm:t>
        <a:bodyPr/>
        <a:lstStyle/>
        <a:p>
          <a:endParaRPr lang="en-US"/>
        </a:p>
      </dgm:t>
    </dgm:pt>
    <dgm:pt modelId="{9432B611-C0D9-4499-9D3A-E5C20D0D2A2E}" type="sibTrans" cxnId="{B931C214-63FF-44AF-9D1D-2099A60021A3}">
      <dgm:prSet/>
      <dgm:spPr/>
      <dgm:t>
        <a:bodyPr/>
        <a:lstStyle/>
        <a:p>
          <a:endParaRPr lang="en-US"/>
        </a:p>
      </dgm:t>
    </dgm:pt>
    <dgm:pt modelId="{79196B97-49EE-4628-9C30-CC90D735B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Patients miss medication, lab, and follow-up steps.</a:t>
          </a:r>
        </a:p>
      </dgm:t>
    </dgm:pt>
    <dgm:pt modelId="{37A90B8C-3037-474D-86C8-A5490EBC8705}" type="parTrans" cxnId="{AEF042C2-E686-4534-9950-EEDD05A3DB79}">
      <dgm:prSet/>
      <dgm:spPr/>
      <dgm:t>
        <a:bodyPr/>
        <a:lstStyle/>
        <a:p>
          <a:endParaRPr lang="en-US"/>
        </a:p>
      </dgm:t>
    </dgm:pt>
    <dgm:pt modelId="{EEF31D5A-1414-4F0A-B41B-A6327E466425}" type="sibTrans" cxnId="{AEF042C2-E686-4534-9950-EEDD05A3DB79}">
      <dgm:prSet/>
      <dgm:spPr/>
      <dgm:t>
        <a:bodyPr/>
        <a:lstStyle/>
        <a:p>
          <a:endParaRPr lang="en-US"/>
        </a:p>
      </dgm:t>
    </dgm:pt>
    <dgm:pt modelId="{0CA60B5E-CA0B-4786-9938-FB0E783E98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Patients and caregivers are often unsure what to ask next.</a:t>
          </a:r>
        </a:p>
      </dgm:t>
    </dgm:pt>
    <dgm:pt modelId="{142A6AAC-15A9-47CD-9D4D-46141CAADF37}" type="parTrans" cxnId="{C5439762-E347-412B-9439-36CDAC34AAE2}">
      <dgm:prSet/>
      <dgm:spPr/>
      <dgm:t>
        <a:bodyPr/>
        <a:lstStyle/>
        <a:p>
          <a:endParaRPr lang="en-US"/>
        </a:p>
      </dgm:t>
    </dgm:pt>
    <dgm:pt modelId="{5EE1DAAF-A689-4905-BAD6-6C38B1F6447F}" type="sibTrans" cxnId="{C5439762-E347-412B-9439-36CDAC34AAE2}">
      <dgm:prSet/>
      <dgm:spPr/>
      <dgm:t>
        <a:bodyPr/>
        <a:lstStyle/>
        <a:p>
          <a:endParaRPr lang="en-US"/>
        </a:p>
      </dgm:t>
    </dgm:pt>
    <dgm:pt modelId="{96E798D9-306D-4655-827D-EC1C65FDE314}" type="pres">
      <dgm:prSet presAssocID="{BA169329-8A09-4EF6-8868-0EE8C4C24FAF}" presName="root" presStyleCnt="0">
        <dgm:presLayoutVars>
          <dgm:dir/>
          <dgm:resizeHandles val="exact"/>
        </dgm:presLayoutVars>
      </dgm:prSet>
      <dgm:spPr/>
    </dgm:pt>
    <dgm:pt modelId="{F75258EC-F561-41A3-82C1-6FDD669F354A}" type="pres">
      <dgm:prSet presAssocID="{6525A6CD-4103-446F-AC4D-727DA544E87E}" presName="compNode" presStyleCnt="0"/>
      <dgm:spPr/>
    </dgm:pt>
    <dgm:pt modelId="{3FF8B10A-93C6-4040-BF91-1612864F97F6}" type="pres">
      <dgm:prSet presAssocID="{6525A6CD-4103-446F-AC4D-727DA544E8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ilbox"/>
        </a:ext>
      </dgm:extLst>
    </dgm:pt>
    <dgm:pt modelId="{2DD32B95-2543-434D-A5ED-D134EA099BD2}" type="pres">
      <dgm:prSet presAssocID="{6525A6CD-4103-446F-AC4D-727DA544E87E}" presName="spaceRect" presStyleCnt="0"/>
      <dgm:spPr/>
    </dgm:pt>
    <dgm:pt modelId="{4E27BD38-DD86-4BF1-A921-E346D82DC980}" type="pres">
      <dgm:prSet presAssocID="{6525A6CD-4103-446F-AC4D-727DA544E87E}" presName="textRect" presStyleLbl="revTx" presStyleIdx="0" presStyleCnt="3">
        <dgm:presLayoutVars>
          <dgm:chMax val="1"/>
          <dgm:chPref val="1"/>
        </dgm:presLayoutVars>
      </dgm:prSet>
      <dgm:spPr/>
    </dgm:pt>
    <dgm:pt modelId="{878D4003-E3E9-4991-80EB-B99AC9D83B2D}" type="pres">
      <dgm:prSet presAssocID="{9432B611-C0D9-4499-9D3A-E5C20D0D2A2E}" presName="sibTrans" presStyleCnt="0"/>
      <dgm:spPr/>
    </dgm:pt>
    <dgm:pt modelId="{65D04ACE-120B-4086-803C-3137D27311F1}" type="pres">
      <dgm:prSet presAssocID="{79196B97-49EE-4628-9C30-CC90D735B992}" presName="compNode" presStyleCnt="0"/>
      <dgm:spPr/>
    </dgm:pt>
    <dgm:pt modelId="{ED5BB323-606B-4D8A-B486-558FF2E96FAD}" type="pres">
      <dgm:prSet presAssocID="{79196B97-49EE-4628-9C30-CC90D735B9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478CAFD-2419-4A6A-A760-881D95DFF368}" type="pres">
      <dgm:prSet presAssocID="{79196B97-49EE-4628-9C30-CC90D735B992}" presName="spaceRect" presStyleCnt="0"/>
      <dgm:spPr/>
    </dgm:pt>
    <dgm:pt modelId="{3EA06323-8DEB-4E8A-8478-C59E5CF43689}" type="pres">
      <dgm:prSet presAssocID="{79196B97-49EE-4628-9C30-CC90D735B992}" presName="textRect" presStyleLbl="revTx" presStyleIdx="1" presStyleCnt="3">
        <dgm:presLayoutVars>
          <dgm:chMax val="1"/>
          <dgm:chPref val="1"/>
        </dgm:presLayoutVars>
      </dgm:prSet>
      <dgm:spPr/>
    </dgm:pt>
    <dgm:pt modelId="{CC52AAB4-B58B-418E-81D4-5041CBFC26A2}" type="pres">
      <dgm:prSet presAssocID="{EEF31D5A-1414-4F0A-B41B-A6327E466425}" presName="sibTrans" presStyleCnt="0"/>
      <dgm:spPr/>
    </dgm:pt>
    <dgm:pt modelId="{5EDF1A03-3486-4C00-B5B4-D4FA204C0CC7}" type="pres">
      <dgm:prSet presAssocID="{0CA60B5E-CA0B-4786-9938-FB0E783E9876}" presName="compNode" presStyleCnt="0"/>
      <dgm:spPr/>
    </dgm:pt>
    <dgm:pt modelId="{305B89A7-C791-49A4-A12E-E618930DDAAB}" type="pres">
      <dgm:prSet presAssocID="{0CA60B5E-CA0B-4786-9938-FB0E783E98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C49B6121-5B42-4090-950F-3E96D4D3011B}" type="pres">
      <dgm:prSet presAssocID="{0CA60B5E-CA0B-4786-9938-FB0E783E9876}" presName="spaceRect" presStyleCnt="0"/>
      <dgm:spPr/>
    </dgm:pt>
    <dgm:pt modelId="{D748EDE5-EC0E-4E78-81AB-7E578BB9B9E0}" type="pres">
      <dgm:prSet presAssocID="{0CA60B5E-CA0B-4786-9938-FB0E783E987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9680602-E568-4ABC-B903-E633E18F9D07}" type="presOf" srcId="{BA169329-8A09-4EF6-8868-0EE8C4C24FAF}" destId="{96E798D9-306D-4655-827D-EC1C65FDE314}" srcOrd="0" destOrd="0" presId="urn:microsoft.com/office/officeart/2018/2/layout/IconLabelList"/>
    <dgm:cxn modelId="{B931C214-63FF-44AF-9D1D-2099A60021A3}" srcId="{BA169329-8A09-4EF6-8868-0EE8C4C24FAF}" destId="{6525A6CD-4103-446F-AC4D-727DA544E87E}" srcOrd="0" destOrd="0" parTransId="{9C7727D0-09B7-4B67-A431-91562378D53C}" sibTransId="{9432B611-C0D9-4499-9D3A-E5C20D0D2A2E}"/>
    <dgm:cxn modelId="{C5439762-E347-412B-9439-36CDAC34AAE2}" srcId="{BA169329-8A09-4EF6-8868-0EE8C4C24FAF}" destId="{0CA60B5E-CA0B-4786-9938-FB0E783E9876}" srcOrd="2" destOrd="0" parTransId="{142A6AAC-15A9-47CD-9D4D-46141CAADF37}" sibTransId="{5EE1DAAF-A689-4905-BAD6-6C38B1F6447F}"/>
    <dgm:cxn modelId="{395E7D75-E8D3-478F-A238-FE231764D11B}" type="presOf" srcId="{6525A6CD-4103-446F-AC4D-727DA544E87E}" destId="{4E27BD38-DD86-4BF1-A921-E346D82DC980}" srcOrd="0" destOrd="0" presId="urn:microsoft.com/office/officeart/2018/2/layout/IconLabelList"/>
    <dgm:cxn modelId="{CFB1ECBD-48AD-4121-A9DD-191D5C2EC511}" type="presOf" srcId="{79196B97-49EE-4628-9C30-CC90D735B992}" destId="{3EA06323-8DEB-4E8A-8478-C59E5CF43689}" srcOrd="0" destOrd="0" presId="urn:microsoft.com/office/officeart/2018/2/layout/IconLabelList"/>
    <dgm:cxn modelId="{AEF042C2-E686-4534-9950-EEDD05A3DB79}" srcId="{BA169329-8A09-4EF6-8868-0EE8C4C24FAF}" destId="{79196B97-49EE-4628-9C30-CC90D735B992}" srcOrd="1" destOrd="0" parTransId="{37A90B8C-3037-474D-86C8-A5490EBC8705}" sibTransId="{EEF31D5A-1414-4F0A-B41B-A6327E466425}"/>
    <dgm:cxn modelId="{EEA90BE9-099E-4518-AA89-DD69A28B8A1E}" type="presOf" srcId="{0CA60B5E-CA0B-4786-9938-FB0E783E9876}" destId="{D748EDE5-EC0E-4E78-81AB-7E578BB9B9E0}" srcOrd="0" destOrd="0" presId="urn:microsoft.com/office/officeart/2018/2/layout/IconLabelList"/>
    <dgm:cxn modelId="{DFF16ACC-F54A-4577-95F2-D620A0AFF1B0}" type="presParOf" srcId="{96E798D9-306D-4655-827D-EC1C65FDE314}" destId="{F75258EC-F561-41A3-82C1-6FDD669F354A}" srcOrd="0" destOrd="0" presId="urn:microsoft.com/office/officeart/2018/2/layout/IconLabelList"/>
    <dgm:cxn modelId="{C186F79E-FE71-4F55-9B75-738EFAE855E3}" type="presParOf" srcId="{F75258EC-F561-41A3-82C1-6FDD669F354A}" destId="{3FF8B10A-93C6-4040-BF91-1612864F97F6}" srcOrd="0" destOrd="0" presId="urn:microsoft.com/office/officeart/2018/2/layout/IconLabelList"/>
    <dgm:cxn modelId="{EAAD612B-75A8-455F-81A1-6BA42A1C5611}" type="presParOf" srcId="{F75258EC-F561-41A3-82C1-6FDD669F354A}" destId="{2DD32B95-2543-434D-A5ED-D134EA099BD2}" srcOrd="1" destOrd="0" presId="urn:microsoft.com/office/officeart/2018/2/layout/IconLabelList"/>
    <dgm:cxn modelId="{B859CB80-9772-4868-912E-F54EBA8DF163}" type="presParOf" srcId="{F75258EC-F561-41A3-82C1-6FDD669F354A}" destId="{4E27BD38-DD86-4BF1-A921-E346D82DC980}" srcOrd="2" destOrd="0" presId="urn:microsoft.com/office/officeart/2018/2/layout/IconLabelList"/>
    <dgm:cxn modelId="{4D39FB33-E8B3-40FA-814A-17F5E7738CA6}" type="presParOf" srcId="{96E798D9-306D-4655-827D-EC1C65FDE314}" destId="{878D4003-E3E9-4991-80EB-B99AC9D83B2D}" srcOrd="1" destOrd="0" presId="urn:microsoft.com/office/officeart/2018/2/layout/IconLabelList"/>
    <dgm:cxn modelId="{6EA7C20A-524B-45E6-844D-21FCBF419636}" type="presParOf" srcId="{96E798D9-306D-4655-827D-EC1C65FDE314}" destId="{65D04ACE-120B-4086-803C-3137D27311F1}" srcOrd="2" destOrd="0" presId="urn:microsoft.com/office/officeart/2018/2/layout/IconLabelList"/>
    <dgm:cxn modelId="{910E8D53-3EB7-48B1-897D-9364160EEDA5}" type="presParOf" srcId="{65D04ACE-120B-4086-803C-3137D27311F1}" destId="{ED5BB323-606B-4D8A-B486-558FF2E96FAD}" srcOrd="0" destOrd="0" presId="urn:microsoft.com/office/officeart/2018/2/layout/IconLabelList"/>
    <dgm:cxn modelId="{129A0184-C9A5-48FD-A083-638F056A78C5}" type="presParOf" srcId="{65D04ACE-120B-4086-803C-3137D27311F1}" destId="{F478CAFD-2419-4A6A-A760-881D95DFF368}" srcOrd="1" destOrd="0" presId="urn:microsoft.com/office/officeart/2018/2/layout/IconLabelList"/>
    <dgm:cxn modelId="{A66F4C3B-025D-49D8-9354-63C38E98CFF2}" type="presParOf" srcId="{65D04ACE-120B-4086-803C-3137D27311F1}" destId="{3EA06323-8DEB-4E8A-8478-C59E5CF43689}" srcOrd="2" destOrd="0" presId="urn:microsoft.com/office/officeart/2018/2/layout/IconLabelList"/>
    <dgm:cxn modelId="{946DBB22-525C-4424-B4DF-3012303CF15D}" type="presParOf" srcId="{96E798D9-306D-4655-827D-EC1C65FDE314}" destId="{CC52AAB4-B58B-418E-81D4-5041CBFC26A2}" srcOrd="3" destOrd="0" presId="urn:microsoft.com/office/officeart/2018/2/layout/IconLabelList"/>
    <dgm:cxn modelId="{F590C829-F555-4206-9702-F7EF2647E32F}" type="presParOf" srcId="{96E798D9-306D-4655-827D-EC1C65FDE314}" destId="{5EDF1A03-3486-4C00-B5B4-D4FA204C0CC7}" srcOrd="4" destOrd="0" presId="urn:microsoft.com/office/officeart/2018/2/layout/IconLabelList"/>
    <dgm:cxn modelId="{DF52A2D6-2E3D-4EC2-88F5-28205AB48D83}" type="presParOf" srcId="{5EDF1A03-3486-4C00-B5B4-D4FA204C0CC7}" destId="{305B89A7-C791-49A4-A12E-E618930DDAAB}" srcOrd="0" destOrd="0" presId="urn:microsoft.com/office/officeart/2018/2/layout/IconLabelList"/>
    <dgm:cxn modelId="{5FF1E14F-DB3B-45D6-975A-9F81BF2430D5}" type="presParOf" srcId="{5EDF1A03-3486-4C00-B5B4-D4FA204C0CC7}" destId="{C49B6121-5B42-4090-950F-3E96D4D3011B}" srcOrd="1" destOrd="0" presId="urn:microsoft.com/office/officeart/2018/2/layout/IconLabelList"/>
    <dgm:cxn modelId="{64D064E3-207F-483C-8B58-1CF6C229A0AA}" type="presParOf" srcId="{5EDF1A03-3486-4C00-B5B4-D4FA204C0CC7}" destId="{D748EDE5-EC0E-4E78-81AB-7E578BB9B9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EF4062-9857-4CFB-A58F-EA7ECA1B024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CBD0C2-13DC-426B-97AD-D557EC9AF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Patient impact: clearer next steps, better follow-up questions, stronger readiness.</a:t>
          </a:r>
        </a:p>
      </dgm:t>
    </dgm:pt>
    <dgm:pt modelId="{CA10CFCD-773C-4369-AF73-694A7561E77C}" type="parTrans" cxnId="{64724C28-8BC2-48A7-949D-7354C8500E8F}">
      <dgm:prSet/>
      <dgm:spPr/>
      <dgm:t>
        <a:bodyPr/>
        <a:lstStyle/>
        <a:p>
          <a:endParaRPr lang="en-US"/>
        </a:p>
      </dgm:t>
    </dgm:pt>
    <dgm:pt modelId="{C99B7B0B-F7D4-401C-8304-695690C58662}" type="sibTrans" cxnId="{64724C28-8BC2-48A7-949D-7354C8500E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4CB135-D0D9-4879-B47F-83F2C1AD60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Operational impact: fewer avoidable clarification loops after visits.</a:t>
          </a:r>
        </a:p>
      </dgm:t>
    </dgm:pt>
    <dgm:pt modelId="{86FD021F-EB72-4651-9CB6-90ED0BA506F6}" type="parTrans" cxnId="{90F4C60E-4CD3-402A-97C7-8139B59BCC45}">
      <dgm:prSet/>
      <dgm:spPr/>
      <dgm:t>
        <a:bodyPr/>
        <a:lstStyle/>
        <a:p>
          <a:endParaRPr lang="en-US"/>
        </a:p>
      </dgm:t>
    </dgm:pt>
    <dgm:pt modelId="{574C5AA7-F9EE-487B-93A3-6E4A9A0CEDB8}" type="sibTrans" cxnId="{90F4C60E-4CD3-402A-97C7-8139B59BCC45}">
      <dgm:prSet/>
      <dgm:spPr/>
      <dgm:t>
        <a:bodyPr/>
        <a:lstStyle/>
        <a:p>
          <a:endParaRPr lang="en-US"/>
        </a:p>
      </dgm:t>
    </dgm:pt>
    <dgm:pt modelId="{A0701E2F-002C-43CA-9745-15009DA49B21}" type="pres">
      <dgm:prSet presAssocID="{D5EF4062-9857-4CFB-A58F-EA7ECA1B0241}" presName="root" presStyleCnt="0">
        <dgm:presLayoutVars>
          <dgm:dir/>
          <dgm:resizeHandles val="exact"/>
        </dgm:presLayoutVars>
      </dgm:prSet>
      <dgm:spPr/>
    </dgm:pt>
    <dgm:pt modelId="{34691C80-3806-4BB2-B2EB-38E77BECBCFB}" type="pres">
      <dgm:prSet presAssocID="{D5EF4062-9857-4CFB-A58F-EA7ECA1B0241}" presName="container" presStyleCnt="0">
        <dgm:presLayoutVars>
          <dgm:dir/>
          <dgm:resizeHandles val="exact"/>
        </dgm:presLayoutVars>
      </dgm:prSet>
      <dgm:spPr/>
    </dgm:pt>
    <dgm:pt modelId="{0DAFBF0A-D632-425E-8B42-A57A05642EA7}" type="pres">
      <dgm:prSet presAssocID="{54CBD0C2-13DC-426B-97AD-D557EC9AF4CB}" presName="compNode" presStyleCnt="0"/>
      <dgm:spPr/>
    </dgm:pt>
    <dgm:pt modelId="{40D460E7-9FD9-4205-B856-784074A2D59B}" type="pres">
      <dgm:prSet presAssocID="{54CBD0C2-13DC-426B-97AD-D557EC9AF4CB}" presName="iconBgRect" presStyleLbl="bgShp" presStyleIdx="0" presStyleCnt="2"/>
      <dgm:spPr/>
    </dgm:pt>
    <dgm:pt modelId="{456D8B2C-763C-408E-9FDF-B6A91E8766E9}" type="pres">
      <dgm:prSet presAssocID="{54CBD0C2-13DC-426B-97AD-D557EC9AF4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2018E335-20E3-4389-90B6-E1085C7428EF}" type="pres">
      <dgm:prSet presAssocID="{54CBD0C2-13DC-426B-97AD-D557EC9AF4CB}" presName="spaceRect" presStyleCnt="0"/>
      <dgm:spPr/>
    </dgm:pt>
    <dgm:pt modelId="{81DF65E1-31AD-4D41-B57B-6A58EF0CE90A}" type="pres">
      <dgm:prSet presAssocID="{54CBD0C2-13DC-426B-97AD-D557EC9AF4CB}" presName="textRect" presStyleLbl="revTx" presStyleIdx="0" presStyleCnt="2">
        <dgm:presLayoutVars>
          <dgm:chMax val="1"/>
          <dgm:chPref val="1"/>
        </dgm:presLayoutVars>
      </dgm:prSet>
      <dgm:spPr/>
    </dgm:pt>
    <dgm:pt modelId="{DAB5231C-B004-40CA-8C76-66B6D6BB9726}" type="pres">
      <dgm:prSet presAssocID="{C99B7B0B-F7D4-401C-8304-695690C58662}" presName="sibTrans" presStyleLbl="sibTrans2D1" presStyleIdx="0" presStyleCnt="0"/>
      <dgm:spPr/>
    </dgm:pt>
    <dgm:pt modelId="{4A0FE2F3-BCAF-47BF-BA58-2C1F54506D67}" type="pres">
      <dgm:prSet presAssocID="{BB4CB135-D0D9-4879-B47F-83F2C1AD60E6}" presName="compNode" presStyleCnt="0"/>
      <dgm:spPr/>
    </dgm:pt>
    <dgm:pt modelId="{98ED4D65-7B23-44F7-8862-0930C407FBCE}" type="pres">
      <dgm:prSet presAssocID="{BB4CB135-D0D9-4879-B47F-83F2C1AD60E6}" presName="iconBgRect" presStyleLbl="bgShp" presStyleIdx="1" presStyleCnt="2"/>
      <dgm:spPr/>
    </dgm:pt>
    <dgm:pt modelId="{8365BEC9-D08E-46C3-83D0-0C879349D905}" type="pres">
      <dgm:prSet presAssocID="{BB4CB135-D0D9-4879-B47F-83F2C1AD60E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4DEA037-C366-4DBF-B95F-C574EBF0A896}" type="pres">
      <dgm:prSet presAssocID="{BB4CB135-D0D9-4879-B47F-83F2C1AD60E6}" presName="spaceRect" presStyleCnt="0"/>
      <dgm:spPr/>
    </dgm:pt>
    <dgm:pt modelId="{5D385E6F-F975-4837-AB1E-D8A390C49163}" type="pres">
      <dgm:prSet presAssocID="{BB4CB135-D0D9-4879-B47F-83F2C1AD60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0F4C60E-4CD3-402A-97C7-8139B59BCC45}" srcId="{D5EF4062-9857-4CFB-A58F-EA7ECA1B0241}" destId="{BB4CB135-D0D9-4879-B47F-83F2C1AD60E6}" srcOrd="1" destOrd="0" parTransId="{86FD021F-EB72-4651-9CB6-90ED0BA506F6}" sibTransId="{574C5AA7-F9EE-487B-93A3-6E4A9A0CEDB8}"/>
    <dgm:cxn modelId="{05330915-BD24-4099-8D8A-1D15BD31CD9B}" type="presOf" srcId="{C99B7B0B-F7D4-401C-8304-695690C58662}" destId="{DAB5231C-B004-40CA-8C76-66B6D6BB9726}" srcOrd="0" destOrd="0" presId="urn:microsoft.com/office/officeart/2018/2/layout/IconCircleList"/>
    <dgm:cxn modelId="{64724C28-8BC2-48A7-949D-7354C8500E8F}" srcId="{D5EF4062-9857-4CFB-A58F-EA7ECA1B0241}" destId="{54CBD0C2-13DC-426B-97AD-D557EC9AF4CB}" srcOrd="0" destOrd="0" parTransId="{CA10CFCD-773C-4369-AF73-694A7561E77C}" sibTransId="{C99B7B0B-F7D4-401C-8304-695690C58662}"/>
    <dgm:cxn modelId="{FBDABFAA-C7D0-4B22-9973-2B59A404925E}" type="presOf" srcId="{54CBD0C2-13DC-426B-97AD-D557EC9AF4CB}" destId="{81DF65E1-31AD-4D41-B57B-6A58EF0CE90A}" srcOrd="0" destOrd="0" presId="urn:microsoft.com/office/officeart/2018/2/layout/IconCircleList"/>
    <dgm:cxn modelId="{3FDB5FD6-251C-45D5-BC49-66E97AF302E0}" type="presOf" srcId="{D5EF4062-9857-4CFB-A58F-EA7ECA1B0241}" destId="{A0701E2F-002C-43CA-9745-15009DA49B21}" srcOrd="0" destOrd="0" presId="urn:microsoft.com/office/officeart/2018/2/layout/IconCircleList"/>
    <dgm:cxn modelId="{A340C4E9-80B9-4D28-9809-60A814F2B6F9}" type="presOf" srcId="{BB4CB135-D0D9-4879-B47F-83F2C1AD60E6}" destId="{5D385E6F-F975-4837-AB1E-D8A390C49163}" srcOrd="0" destOrd="0" presId="urn:microsoft.com/office/officeart/2018/2/layout/IconCircleList"/>
    <dgm:cxn modelId="{83BDDCF1-A2C1-4625-9EA2-1527B36749DF}" type="presParOf" srcId="{A0701E2F-002C-43CA-9745-15009DA49B21}" destId="{34691C80-3806-4BB2-B2EB-38E77BECBCFB}" srcOrd="0" destOrd="0" presId="urn:microsoft.com/office/officeart/2018/2/layout/IconCircleList"/>
    <dgm:cxn modelId="{D5BF3882-09B0-4175-B48A-F84B61930235}" type="presParOf" srcId="{34691C80-3806-4BB2-B2EB-38E77BECBCFB}" destId="{0DAFBF0A-D632-425E-8B42-A57A05642EA7}" srcOrd="0" destOrd="0" presId="urn:microsoft.com/office/officeart/2018/2/layout/IconCircleList"/>
    <dgm:cxn modelId="{9E9BC655-31BC-4DD1-BCF3-C8C519AAA664}" type="presParOf" srcId="{0DAFBF0A-D632-425E-8B42-A57A05642EA7}" destId="{40D460E7-9FD9-4205-B856-784074A2D59B}" srcOrd="0" destOrd="0" presId="urn:microsoft.com/office/officeart/2018/2/layout/IconCircleList"/>
    <dgm:cxn modelId="{66698516-B012-4A20-B3CD-56845EBEB90D}" type="presParOf" srcId="{0DAFBF0A-D632-425E-8B42-A57A05642EA7}" destId="{456D8B2C-763C-408E-9FDF-B6A91E8766E9}" srcOrd="1" destOrd="0" presId="urn:microsoft.com/office/officeart/2018/2/layout/IconCircleList"/>
    <dgm:cxn modelId="{46E1A83E-25BC-4109-9905-962628CD9DF8}" type="presParOf" srcId="{0DAFBF0A-D632-425E-8B42-A57A05642EA7}" destId="{2018E335-20E3-4389-90B6-E1085C7428EF}" srcOrd="2" destOrd="0" presId="urn:microsoft.com/office/officeart/2018/2/layout/IconCircleList"/>
    <dgm:cxn modelId="{45232EEC-4079-401E-9148-6FDEBBB09A56}" type="presParOf" srcId="{0DAFBF0A-D632-425E-8B42-A57A05642EA7}" destId="{81DF65E1-31AD-4D41-B57B-6A58EF0CE90A}" srcOrd="3" destOrd="0" presId="urn:microsoft.com/office/officeart/2018/2/layout/IconCircleList"/>
    <dgm:cxn modelId="{41E92A4A-AEF2-4A9D-A723-0FF1EB540786}" type="presParOf" srcId="{34691C80-3806-4BB2-B2EB-38E77BECBCFB}" destId="{DAB5231C-B004-40CA-8C76-66B6D6BB9726}" srcOrd="1" destOrd="0" presId="urn:microsoft.com/office/officeart/2018/2/layout/IconCircleList"/>
    <dgm:cxn modelId="{002513D1-2EAC-4A90-91C4-175EA465E70C}" type="presParOf" srcId="{34691C80-3806-4BB2-B2EB-38E77BECBCFB}" destId="{4A0FE2F3-BCAF-47BF-BA58-2C1F54506D67}" srcOrd="2" destOrd="0" presId="urn:microsoft.com/office/officeart/2018/2/layout/IconCircleList"/>
    <dgm:cxn modelId="{DB3FFEF9-53A0-4F81-96A9-E1228B98D90C}" type="presParOf" srcId="{4A0FE2F3-BCAF-47BF-BA58-2C1F54506D67}" destId="{98ED4D65-7B23-44F7-8862-0930C407FBCE}" srcOrd="0" destOrd="0" presId="urn:microsoft.com/office/officeart/2018/2/layout/IconCircleList"/>
    <dgm:cxn modelId="{B39573AF-32E1-4CAF-9978-100865868C0E}" type="presParOf" srcId="{4A0FE2F3-BCAF-47BF-BA58-2C1F54506D67}" destId="{8365BEC9-D08E-46C3-83D0-0C879349D905}" srcOrd="1" destOrd="0" presId="urn:microsoft.com/office/officeart/2018/2/layout/IconCircleList"/>
    <dgm:cxn modelId="{258E2ED2-C610-43E5-B983-12B1CEE78098}" type="presParOf" srcId="{4A0FE2F3-BCAF-47BF-BA58-2C1F54506D67}" destId="{94DEA037-C366-4DBF-B95F-C574EBF0A896}" srcOrd="2" destOrd="0" presId="urn:microsoft.com/office/officeart/2018/2/layout/IconCircleList"/>
    <dgm:cxn modelId="{ED1C7A87-0040-4297-8944-3322FA5C0491}" type="presParOf" srcId="{4A0FE2F3-BCAF-47BF-BA58-2C1F54506D67}" destId="{5D385E6F-F975-4837-AB1E-D8A390C491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C7930D-9BA7-4DDF-9AB6-29DD8DA59878}" type="doc">
      <dgm:prSet loTypeId="urn:microsoft.com/office/officeart/2018/layout/CircleProcess" loCatId="simpleprocesssa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EECDCB-1165-4A0C-9A53-6CD1C1B4BF84}">
      <dgm:prSet/>
      <dgm:spPr/>
      <dgm:t>
        <a:bodyPr/>
        <a:lstStyle/>
        <a:p>
          <a:r>
            <a:rPr lang="en-US"/>
            <a:t>Safety guardrails: source-anchored checks and unsupported-claim controls.</a:t>
          </a:r>
        </a:p>
      </dgm:t>
    </dgm:pt>
    <dgm:pt modelId="{CD6A4386-87E4-477B-8202-0FE07C448969}" type="parTrans" cxnId="{CE76FC5D-AF24-4967-8222-3D729C51ED53}">
      <dgm:prSet/>
      <dgm:spPr/>
      <dgm:t>
        <a:bodyPr/>
        <a:lstStyle/>
        <a:p>
          <a:endParaRPr lang="en-US"/>
        </a:p>
      </dgm:t>
    </dgm:pt>
    <dgm:pt modelId="{56B8743B-4D4D-4AF2-BEF9-8B70B4F4C8DE}" type="sibTrans" cxnId="{CE76FC5D-AF24-4967-8222-3D729C51ED53}">
      <dgm:prSet/>
      <dgm:spPr/>
      <dgm:t>
        <a:bodyPr/>
        <a:lstStyle/>
        <a:p>
          <a:endParaRPr lang="en-US"/>
        </a:p>
      </dgm:t>
    </dgm:pt>
    <dgm:pt modelId="{00E0D85B-4A11-4EE9-A9D7-76C90AB59690}">
      <dgm:prSet/>
      <dgm:spPr/>
      <dgm:t>
        <a:bodyPr/>
        <a:lstStyle/>
        <a:p>
          <a:r>
            <a:rPr lang="en-US"/>
            <a:t>Label: "Conversation starters, not medical advice."</a:t>
          </a:r>
        </a:p>
      </dgm:t>
    </dgm:pt>
    <dgm:pt modelId="{6A0CC2A3-1668-4BD6-9009-9BE4F7322E5E}" type="parTrans" cxnId="{DA0DAD92-E76A-4D78-B8E7-7ECC2957E844}">
      <dgm:prSet/>
      <dgm:spPr/>
      <dgm:t>
        <a:bodyPr/>
        <a:lstStyle/>
        <a:p>
          <a:endParaRPr lang="en-US"/>
        </a:p>
      </dgm:t>
    </dgm:pt>
    <dgm:pt modelId="{61D88360-BA72-4A13-A493-9E9777F0E8BF}" type="sibTrans" cxnId="{DA0DAD92-E76A-4D78-B8E7-7ECC2957E844}">
      <dgm:prSet/>
      <dgm:spPr/>
      <dgm:t>
        <a:bodyPr/>
        <a:lstStyle/>
        <a:p>
          <a:endParaRPr lang="en-US"/>
        </a:p>
      </dgm:t>
    </dgm:pt>
    <dgm:pt modelId="{EEB89F84-B503-4D03-8573-BB7C342D9B63}">
      <dgm:prSet/>
      <dgm:spPr/>
      <dgm:t>
        <a:bodyPr/>
        <a:lstStyle/>
        <a:p>
          <a:r>
            <a:rPr lang="en-US"/>
            <a:t>Human approve/edit gate before patient-facing output.</a:t>
          </a:r>
        </a:p>
      </dgm:t>
    </dgm:pt>
    <dgm:pt modelId="{C9338BCA-36CB-4DF2-ABC1-89A2D95D8976}" type="parTrans" cxnId="{5504E65C-589F-4EB3-8C4C-882C5606609C}">
      <dgm:prSet/>
      <dgm:spPr/>
      <dgm:t>
        <a:bodyPr/>
        <a:lstStyle/>
        <a:p>
          <a:endParaRPr lang="en-US"/>
        </a:p>
      </dgm:t>
    </dgm:pt>
    <dgm:pt modelId="{84EA8185-B646-4119-A002-16F85C640350}" type="sibTrans" cxnId="{5504E65C-589F-4EB3-8C4C-882C5606609C}">
      <dgm:prSet/>
      <dgm:spPr/>
      <dgm:t>
        <a:bodyPr/>
        <a:lstStyle/>
        <a:p>
          <a:endParaRPr lang="en-US"/>
        </a:p>
      </dgm:t>
    </dgm:pt>
    <dgm:pt modelId="{16C92AF6-5542-45B2-B445-0CA3463755BC}">
      <dgm:prSet/>
      <dgm:spPr/>
      <dgm:t>
        <a:bodyPr/>
        <a:lstStyle/>
        <a:p>
          <a:r>
            <a:rPr lang="en-US"/>
            <a:t>Tech stack: React frontend + FastAPI backend + Azure OpenAI.</a:t>
          </a:r>
        </a:p>
      </dgm:t>
    </dgm:pt>
    <dgm:pt modelId="{58C7EF53-C385-43CD-9D2E-8AB0217A382F}" type="parTrans" cxnId="{26B6C2A2-19C1-4389-B274-49F74560C664}">
      <dgm:prSet/>
      <dgm:spPr/>
      <dgm:t>
        <a:bodyPr/>
        <a:lstStyle/>
        <a:p>
          <a:endParaRPr lang="en-US"/>
        </a:p>
      </dgm:t>
    </dgm:pt>
    <dgm:pt modelId="{23AF7A99-7108-4ADE-930A-9FC647FCCE2A}" type="sibTrans" cxnId="{26B6C2A2-19C1-4389-B274-49F74560C664}">
      <dgm:prSet/>
      <dgm:spPr/>
      <dgm:t>
        <a:bodyPr/>
        <a:lstStyle/>
        <a:p>
          <a:endParaRPr lang="en-US"/>
        </a:p>
      </dgm:t>
    </dgm:pt>
    <dgm:pt modelId="{64B1479F-3FF6-E04F-A591-8775660D50A0}" type="pres">
      <dgm:prSet presAssocID="{59C7930D-9BA7-4DDF-9AB6-29DD8DA59878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98C52DA-9FBA-C146-B1CB-8D88F0432E99}" type="pres">
      <dgm:prSet presAssocID="{16C92AF6-5542-45B2-B445-0CA3463755BC}" presName="Accent4" presStyleCnt="0"/>
      <dgm:spPr/>
    </dgm:pt>
    <dgm:pt modelId="{C8FF80A4-861E-904F-A9E9-FFEB01D0605A}" type="pres">
      <dgm:prSet presAssocID="{16C92AF6-5542-45B2-B445-0CA3463755BC}" presName="Accent" presStyleLbl="node1" presStyleIdx="0" presStyleCnt="8"/>
      <dgm:spPr/>
    </dgm:pt>
    <dgm:pt modelId="{658B5411-2425-274F-8084-F4DD564EDE2A}" type="pres">
      <dgm:prSet presAssocID="{16C92AF6-5542-45B2-B445-0CA3463755BC}" presName="ParentBackground4" presStyleCnt="0"/>
      <dgm:spPr/>
    </dgm:pt>
    <dgm:pt modelId="{E8A1F5F7-6C61-924B-B455-7E4D629AD95A}" type="pres">
      <dgm:prSet presAssocID="{16C92AF6-5542-45B2-B445-0CA3463755BC}" presName="ParentBackground" presStyleLbl="node1" presStyleIdx="1" presStyleCnt="8"/>
      <dgm:spPr/>
    </dgm:pt>
    <dgm:pt modelId="{FBA2FA57-C386-7644-821A-FC0C49DEC5AF}" type="pres">
      <dgm:prSet presAssocID="{16C92AF6-5542-45B2-B445-0CA3463755BC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36B5C94B-21D7-8B44-9485-EF54147CC90D}" type="pres">
      <dgm:prSet presAssocID="{EEB89F84-B503-4D03-8573-BB7C342D9B63}" presName="Accent3" presStyleCnt="0"/>
      <dgm:spPr/>
    </dgm:pt>
    <dgm:pt modelId="{7EB127A1-7ED7-FD4D-B2D7-75F767120ACB}" type="pres">
      <dgm:prSet presAssocID="{EEB89F84-B503-4D03-8573-BB7C342D9B63}" presName="Accent" presStyleLbl="node1" presStyleIdx="2" presStyleCnt="8"/>
      <dgm:spPr/>
    </dgm:pt>
    <dgm:pt modelId="{11C7AE7A-9871-F94D-8B87-7894942A96F2}" type="pres">
      <dgm:prSet presAssocID="{EEB89F84-B503-4D03-8573-BB7C342D9B63}" presName="ParentBackground3" presStyleCnt="0"/>
      <dgm:spPr/>
    </dgm:pt>
    <dgm:pt modelId="{F8D5C27A-BEB0-7846-99A2-C9B3B6CFAA01}" type="pres">
      <dgm:prSet presAssocID="{EEB89F84-B503-4D03-8573-BB7C342D9B63}" presName="ParentBackground" presStyleLbl="node1" presStyleIdx="3" presStyleCnt="8"/>
      <dgm:spPr/>
    </dgm:pt>
    <dgm:pt modelId="{564CA7CB-54AA-784D-B6C1-CC4B0E07DEDC}" type="pres">
      <dgm:prSet presAssocID="{EEB89F84-B503-4D03-8573-BB7C342D9B63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C3A81548-F2BB-5045-8A98-8D336BBFF599}" type="pres">
      <dgm:prSet presAssocID="{00E0D85B-4A11-4EE9-A9D7-76C90AB59690}" presName="Accent2" presStyleCnt="0"/>
      <dgm:spPr/>
    </dgm:pt>
    <dgm:pt modelId="{AFC863C4-1D7D-DC4E-99D1-131ADB84D64B}" type="pres">
      <dgm:prSet presAssocID="{00E0D85B-4A11-4EE9-A9D7-76C90AB59690}" presName="Accent" presStyleLbl="node1" presStyleIdx="4" presStyleCnt="8"/>
      <dgm:spPr/>
    </dgm:pt>
    <dgm:pt modelId="{0C7AAB59-8DF7-704C-9DDE-FF849C4C9D6E}" type="pres">
      <dgm:prSet presAssocID="{00E0D85B-4A11-4EE9-A9D7-76C90AB59690}" presName="ParentBackground2" presStyleCnt="0"/>
      <dgm:spPr/>
    </dgm:pt>
    <dgm:pt modelId="{503F02C1-C92A-9245-911C-1638E7E8B27A}" type="pres">
      <dgm:prSet presAssocID="{00E0D85B-4A11-4EE9-A9D7-76C90AB59690}" presName="ParentBackground" presStyleLbl="node1" presStyleIdx="5" presStyleCnt="8"/>
      <dgm:spPr/>
    </dgm:pt>
    <dgm:pt modelId="{EE5D3ACA-6B2B-3047-870E-C98D1974137E}" type="pres">
      <dgm:prSet presAssocID="{00E0D85B-4A11-4EE9-A9D7-76C90AB59690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2594BDE3-446B-474B-B24A-73F21522714A}" type="pres">
      <dgm:prSet presAssocID="{90EECDCB-1165-4A0C-9A53-6CD1C1B4BF84}" presName="Accent1" presStyleCnt="0"/>
      <dgm:spPr/>
    </dgm:pt>
    <dgm:pt modelId="{7A7D343B-BC04-5C47-81B6-122D7475C03A}" type="pres">
      <dgm:prSet presAssocID="{90EECDCB-1165-4A0C-9A53-6CD1C1B4BF84}" presName="Accent" presStyleLbl="node1" presStyleIdx="6" presStyleCnt="8"/>
      <dgm:spPr/>
    </dgm:pt>
    <dgm:pt modelId="{2BCB98D0-D823-774A-A0C6-AEB296297F84}" type="pres">
      <dgm:prSet presAssocID="{90EECDCB-1165-4A0C-9A53-6CD1C1B4BF84}" presName="ParentBackground1" presStyleCnt="0"/>
      <dgm:spPr/>
    </dgm:pt>
    <dgm:pt modelId="{F9ABD063-6273-854B-8085-BFFBE9AE96E0}" type="pres">
      <dgm:prSet presAssocID="{90EECDCB-1165-4A0C-9A53-6CD1C1B4BF84}" presName="ParentBackground" presStyleLbl="node1" presStyleIdx="7" presStyleCnt="8"/>
      <dgm:spPr/>
    </dgm:pt>
    <dgm:pt modelId="{FC003251-27B1-2A4D-B2B4-108ACF34DBC0}" type="pres">
      <dgm:prSet presAssocID="{90EECDCB-1165-4A0C-9A53-6CD1C1B4BF84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EB06426-27CD-FB42-BA25-338C335BA456}" type="presOf" srcId="{16C92AF6-5542-45B2-B445-0CA3463755BC}" destId="{FBA2FA57-C386-7644-821A-FC0C49DEC5AF}" srcOrd="1" destOrd="0" presId="urn:microsoft.com/office/officeart/2018/layout/CircleProcess"/>
    <dgm:cxn modelId="{5504E65C-589F-4EB3-8C4C-882C5606609C}" srcId="{59C7930D-9BA7-4DDF-9AB6-29DD8DA59878}" destId="{EEB89F84-B503-4D03-8573-BB7C342D9B63}" srcOrd="2" destOrd="0" parTransId="{C9338BCA-36CB-4DF2-ABC1-89A2D95D8976}" sibTransId="{84EA8185-B646-4119-A002-16F85C640350}"/>
    <dgm:cxn modelId="{CE76FC5D-AF24-4967-8222-3D729C51ED53}" srcId="{59C7930D-9BA7-4DDF-9AB6-29DD8DA59878}" destId="{90EECDCB-1165-4A0C-9A53-6CD1C1B4BF84}" srcOrd="0" destOrd="0" parTransId="{CD6A4386-87E4-477B-8202-0FE07C448969}" sibTransId="{56B8743B-4D4D-4AF2-BEF9-8B70B4F4C8DE}"/>
    <dgm:cxn modelId="{143D1A73-61CC-524B-AF15-1372CEA34142}" type="presOf" srcId="{EEB89F84-B503-4D03-8573-BB7C342D9B63}" destId="{F8D5C27A-BEB0-7846-99A2-C9B3B6CFAA01}" srcOrd="0" destOrd="0" presId="urn:microsoft.com/office/officeart/2018/layout/CircleProcess"/>
    <dgm:cxn modelId="{3F04D97F-048B-7B41-937E-06F350469EE4}" type="presOf" srcId="{90EECDCB-1165-4A0C-9A53-6CD1C1B4BF84}" destId="{F9ABD063-6273-854B-8085-BFFBE9AE96E0}" srcOrd="0" destOrd="0" presId="urn:microsoft.com/office/officeart/2018/layout/CircleProcess"/>
    <dgm:cxn modelId="{DA0DAD92-E76A-4D78-B8E7-7ECC2957E844}" srcId="{59C7930D-9BA7-4DDF-9AB6-29DD8DA59878}" destId="{00E0D85B-4A11-4EE9-A9D7-76C90AB59690}" srcOrd="1" destOrd="0" parTransId="{6A0CC2A3-1668-4BD6-9009-9BE4F7322E5E}" sibTransId="{61D88360-BA72-4A13-A493-9E9777F0E8BF}"/>
    <dgm:cxn modelId="{26B6C2A2-19C1-4389-B274-49F74560C664}" srcId="{59C7930D-9BA7-4DDF-9AB6-29DD8DA59878}" destId="{16C92AF6-5542-45B2-B445-0CA3463755BC}" srcOrd="3" destOrd="0" parTransId="{58C7EF53-C385-43CD-9D2E-8AB0217A382F}" sibTransId="{23AF7A99-7108-4ADE-930A-9FC647FCCE2A}"/>
    <dgm:cxn modelId="{510338A3-F8AE-CC4A-BBD4-36FF5CA58523}" type="presOf" srcId="{16C92AF6-5542-45B2-B445-0CA3463755BC}" destId="{E8A1F5F7-6C61-924B-B455-7E4D629AD95A}" srcOrd="0" destOrd="0" presId="urn:microsoft.com/office/officeart/2018/layout/CircleProcess"/>
    <dgm:cxn modelId="{653F13C2-8D43-B044-A850-249B6D4FAF77}" type="presOf" srcId="{59C7930D-9BA7-4DDF-9AB6-29DD8DA59878}" destId="{64B1479F-3FF6-E04F-A591-8775660D50A0}" srcOrd="0" destOrd="0" presId="urn:microsoft.com/office/officeart/2018/layout/CircleProcess"/>
    <dgm:cxn modelId="{7F891FC3-0E6A-1F47-BD4B-AB7D7D0F12C2}" type="presOf" srcId="{00E0D85B-4A11-4EE9-A9D7-76C90AB59690}" destId="{EE5D3ACA-6B2B-3047-870E-C98D1974137E}" srcOrd="1" destOrd="0" presId="urn:microsoft.com/office/officeart/2018/layout/CircleProcess"/>
    <dgm:cxn modelId="{BB57E2D4-AC6A-E94B-B4AC-D3607F962432}" type="presOf" srcId="{00E0D85B-4A11-4EE9-A9D7-76C90AB59690}" destId="{503F02C1-C92A-9245-911C-1638E7E8B27A}" srcOrd="0" destOrd="0" presId="urn:microsoft.com/office/officeart/2018/layout/CircleProcess"/>
    <dgm:cxn modelId="{467518F4-FCEB-9546-A977-E85A1462C339}" type="presOf" srcId="{90EECDCB-1165-4A0C-9A53-6CD1C1B4BF84}" destId="{FC003251-27B1-2A4D-B2B4-108ACF34DBC0}" srcOrd="1" destOrd="0" presId="urn:microsoft.com/office/officeart/2018/layout/CircleProcess"/>
    <dgm:cxn modelId="{819699FF-8346-7D4D-AFF5-1F44B5E556BA}" type="presOf" srcId="{EEB89F84-B503-4D03-8573-BB7C342D9B63}" destId="{564CA7CB-54AA-784D-B6C1-CC4B0E07DEDC}" srcOrd="1" destOrd="0" presId="urn:microsoft.com/office/officeart/2018/layout/CircleProcess"/>
    <dgm:cxn modelId="{DE8AA8EE-C8C4-0C4E-8CBF-A9B0B21A2ACD}" type="presParOf" srcId="{64B1479F-3FF6-E04F-A591-8775660D50A0}" destId="{398C52DA-9FBA-C146-B1CB-8D88F0432E99}" srcOrd="0" destOrd="0" presId="urn:microsoft.com/office/officeart/2018/layout/CircleProcess"/>
    <dgm:cxn modelId="{AF38F406-0929-1A4E-8787-B9C575BE9E76}" type="presParOf" srcId="{398C52DA-9FBA-C146-B1CB-8D88F0432E99}" destId="{C8FF80A4-861E-904F-A9E9-FFEB01D0605A}" srcOrd="0" destOrd="0" presId="urn:microsoft.com/office/officeart/2018/layout/CircleProcess"/>
    <dgm:cxn modelId="{EB7082E8-0FFC-0343-A4A0-3DDC5A54B6EE}" type="presParOf" srcId="{64B1479F-3FF6-E04F-A591-8775660D50A0}" destId="{658B5411-2425-274F-8084-F4DD564EDE2A}" srcOrd="1" destOrd="0" presId="urn:microsoft.com/office/officeart/2018/layout/CircleProcess"/>
    <dgm:cxn modelId="{A53CE42B-B83E-F048-9060-E1197F20BB0E}" type="presParOf" srcId="{658B5411-2425-274F-8084-F4DD564EDE2A}" destId="{E8A1F5F7-6C61-924B-B455-7E4D629AD95A}" srcOrd="0" destOrd="0" presId="urn:microsoft.com/office/officeart/2018/layout/CircleProcess"/>
    <dgm:cxn modelId="{B55B1F48-B888-384A-A32A-02F4D090004F}" type="presParOf" srcId="{64B1479F-3FF6-E04F-A591-8775660D50A0}" destId="{FBA2FA57-C386-7644-821A-FC0C49DEC5AF}" srcOrd="2" destOrd="0" presId="urn:microsoft.com/office/officeart/2018/layout/CircleProcess"/>
    <dgm:cxn modelId="{F4FD82B0-A741-704B-ACBA-5B9BAF9B5463}" type="presParOf" srcId="{64B1479F-3FF6-E04F-A591-8775660D50A0}" destId="{36B5C94B-21D7-8B44-9485-EF54147CC90D}" srcOrd="3" destOrd="0" presId="urn:microsoft.com/office/officeart/2018/layout/CircleProcess"/>
    <dgm:cxn modelId="{D5B36D01-1F72-924B-A1F1-58FEFCE924A1}" type="presParOf" srcId="{36B5C94B-21D7-8B44-9485-EF54147CC90D}" destId="{7EB127A1-7ED7-FD4D-B2D7-75F767120ACB}" srcOrd="0" destOrd="0" presId="urn:microsoft.com/office/officeart/2018/layout/CircleProcess"/>
    <dgm:cxn modelId="{C4713C55-7E13-0A4C-88F7-242C58EAAD50}" type="presParOf" srcId="{64B1479F-3FF6-E04F-A591-8775660D50A0}" destId="{11C7AE7A-9871-F94D-8B87-7894942A96F2}" srcOrd="4" destOrd="0" presId="urn:microsoft.com/office/officeart/2018/layout/CircleProcess"/>
    <dgm:cxn modelId="{4132123D-7D38-7541-B884-00CF9ABFB95B}" type="presParOf" srcId="{11C7AE7A-9871-F94D-8B87-7894942A96F2}" destId="{F8D5C27A-BEB0-7846-99A2-C9B3B6CFAA01}" srcOrd="0" destOrd="0" presId="urn:microsoft.com/office/officeart/2018/layout/CircleProcess"/>
    <dgm:cxn modelId="{26333793-D7B4-B64A-9669-BC223EB67885}" type="presParOf" srcId="{64B1479F-3FF6-E04F-A591-8775660D50A0}" destId="{564CA7CB-54AA-784D-B6C1-CC4B0E07DEDC}" srcOrd="5" destOrd="0" presId="urn:microsoft.com/office/officeart/2018/layout/CircleProcess"/>
    <dgm:cxn modelId="{3F1E1A2D-4D5A-1E49-95BF-D30E674E41F0}" type="presParOf" srcId="{64B1479F-3FF6-E04F-A591-8775660D50A0}" destId="{C3A81548-F2BB-5045-8A98-8D336BBFF599}" srcOrd="6" destOrd="0" presId="urn:microsoft.com/office/officeart/2018/layout/CircleProcess"/>
    <dgm:cxn modelId="{5FDDB16A-E2D8-0D49-AE35-432AB2D7531E}" type="presParOf" srcId="{C3A81548-F2BB-5045-8A98-8D336BBFF599}" destId="{AFC863C4-1D7D-DC4E-99D1-131ADB84D64B}" srcOrd="0" destOrd="0" presId="urn:microsoft.com/office/officeart/2018/layout/CircleProcess"/>
    <dgm:cxn modelId="{E435FFA4-B2BE-F447-963F-9D3F62BE4BFC}" type="presParOf" srcId="{64B1479F-3FF6-E04F-A591-8775660D50A0}" destId="{0C7AAB59-8DF7-704C-9DDE-FF849C4C9D6E}" srcOrd="7" destOrd="0" presId="urn:microsoft.com/office/officeart/2018/layout/CircleProcess"/>
    <dgm:cxn modelId="{7533A734-D675-E74A-B36D-95758CC3DD86}" type="presParOf" srcId="{0C7AAB59-8DF7-704C-9DDE-FF849C4C9D6E}" destId="{503F02C1-C92A-9245-911C-1638E7E8B27A}" srcOrd="0" destOrd="0" presId="urn:microsoft.com/office/officeart/2018/layout/CircleProcess"/>
    <dgm:cxn modelId="{61E342FE-4A06-3C46-A3E6-819550C1468F}" type="presParOf" srcId="{64B1479F-3FF6-E04F-A591-8775660D50A0}" destId="{EE5D3ACA-6B2B-3047-870E-C98D1974137E}" srcOrd="8" destOrd="0" presId="urn:microsoft.com/office/officeart/2018/layout/CircleProcess"/>
    <dgm:cxn modelId="{49FD7F79-D064-4F47-A07B-976D086ED79C}" type="presParOf" srcId="{64B1479F-3FF6-E04F-A591-8775660D50A0}" destId="{2594BDE3-446B-474B-B24A-73F21522714A}" srcOrd="9" destOrd="0" presId="urn:microsoft.com/office/officeart/2018/layout/CircleProcess"/>
    <dgm:cxn modelId="{21101267-DC19-CE47-8292-B85DE7E929E7}" type="presParOf" srcId="{2594BDE3-446B-474B-B24A-73F21522714A}" destId="{7A7D343B-BC04-5C47-81B6-122D7475C03A}" srcOrd="0" destOrd="0" presId="urn:microsoft.com/office/officeart/2018/layout/CircleProcess"/>
    <dgm:cxn modelId="{B469C3DE-D32C-7F45-83C4-34C8884D70BA}" type="presParOf" srcId="{64B1479F-3FF6-E04F-A591-8775660D50A0}" destId="{2BCB98D0-D823-774A-A0C6-AEB296297F84}" srcOrd="10" destOrd="0" presId="urn:microsoft.com/office/officeart/2018/layout/CircleProcess"/>
    <dgm:cxn modelId="{DB5EAE57-8C76-D444-9FE7-98F1E1894509}" type="presParOf" srcId="{2BCB98D0-D823-774A-A0C6-AEB296297F84}" destId="{F9ABD063-6273-854B-8085-BFFBE9AE96E0}" srcOrd="0" destOrd="0" presId="urn:microsoft.com/office/officeart/2018/layout/CircleProcess"/>
    <dgm:cxn modelId="{741A1F5B-424A-F844-8F2C-C59FC8B509B2}" type="presParOf" srcId="{64B1479F-3FF6-E04F-A591-8775660D50A0}" destId="{FC003251-27B1-2A4D-B2B4-108ACF34DBC0}" srcOrd="11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6C93C1-ACDA-4FE8-9678-E4787210FF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FC6C05-3137-4DB1-8460-764B05A98584}">
      <dgm:prSet/>
      <dgm:spPr/>
      <dgm:t>
        <a:bodyPr/>
        <a:lstStyle/>
        <a:p>
          <a:r>
            <a:rPr lang="en-US"/>
            <a:t>Primary KPI: Task Comprehension Accuracy (%) vs 7-item gold checklist.</a:t>
          </a:r>
        </a:p>
      </dgm:t>
    </dgm:pt>
    <dgm:pt modelId="{4D0D28C5-D68C-46B7-B527-2F395112B534}" type="parTrans" cxnId="{0E45BD17-96D7-477F-99E0-BF6A0B959F7D}">
      <dgm:prSet/>
      <dgm:spPr/>
      <dgm:t>
        <a:bodyPr/>
        <a:lstStyle/>
        <a:p>
          <a:endParaRPr lang="en-US"/>
        </a:p>
      </dgm:t>
    </dgm:pt>
    <dgm:pt modelId="{0DBD7D82-544F-440B-B849-D5F9EFF10449}" type="sibTrans" cxnId="{0E45BD17-96D7-477F-99E0-BF6A0B959F7D}">
      <dgm:prSet/>
      <dgm:spPr/>
      <dgm:t>
        <a:bodyPr/>
        <a:lstStyle/>
        <a:p>
          <a:endParaRPr lang="en-US"/>
        </a:p>
      </dgm:t>
    </dgm:pt>
    <dgm:pt modelId="{95149A48-7F65-47BA-9454-CAA36ADF2B2C}">
      <dgm:prSet/>
      <dgm:spPr/>
      <dgm:t>
        <a:bodyPr/>
        <a:lstStyle/>
        <a:p>
          <a:r>
            <a:rPr lang="en-US"/>
            <a:t>Method: n=5 within-subject pilot, counterbalanced raw vs MedAssist.</a:t>
          </a:r>
        </a:p>
      </dgm:t>
    </dgm:pt>
    <dgm:pt modelId="{13C1CA16-3E66-4725-AC2E-C52629D6C189}" type="parTrans" cxnId="{8EEDEFD5-441E-42D8-A14B-DB5B4CF30AC0}">
      <dgm:prSet/>
      <dgm:spPr/>
      <dgm:t>
        <a:bodyPr/>
        <a:lstStyle/>
        <a:p>
          <a:endParaRPr lang="en-US"/>
        </a:p>
      </dgm:t>
    </dgm:pt>
    <dgm:pt modelId="{F7AA0FB2-6F68-4189-9DEB-730B7978BC82}" type="sibTrans" cxnId="{8EEDEFD5-441E-42D8-A14B-DB5B4CF30AC0}">
      <dgm:prSet/>
      <dgm:spPr/>
      <dgm:t>
        <a:bodyPr/>
        <a:lstStyle/>
        <a:p>
          <a:endParaRPr lang="en-US"/>
        </a:p>
      </dgm:t>
    </dgm:pt>
    <dgm:pt modelId="{743A2DE1-3B57-465C-89C0-71DBAD315FDB}">
      <dgm:prSet/>
      <dgm:spPr/>
      <dgm:t>
        <a:bodyPr/>
        <a:lstStyle/>
        <a:p>
          <a:r>
            <a:rPr lang="en-US"/>
            <a:t>Secondary: question coverage, usefulness, unsupported claim rate, readiness time.</a:t>
          </a:r>
        </a:p>
      </dgm:t>
    </dgm:pt>
    <dgm:pt modelId="{85DB4102-C9FC-482C-BC08-4DD3D174D13B}" type="parTrans" cxnId="{4B33109A-4BC9-4DAD-A482-F7A2DDDD8A13}">
      <dgm:prSet/>
      <dgm:spPr/>
      <dgm:t>
        <a:bodyPr/>
        <a:lstStyle/>
        <a:p>
          <a:endParaRPr lang="en-US"/>
        </a:p>
      </dgm:t>
    </dgm:pt>
    <dgm:pt modelId="{BEE9E56D-778A-4F41-AF24-B3EB1223F0E9}" type="sibTrans" cxnId="{4B33109A-4BC9-4DAD-A482-F7A2DDDD8A13}">
      <dgm:prSet/>
      <dgm:spPr/>
      <dgm:t>
        <a:bodyPr/>
        <a:lstStyle/>
        <a:p>
          <a:endParaRPr lang="en-US"/>
        </a:p>
      </dgm:t>
    </dgm:pt>
    <dgm:pt modelId="{381B5072-5ABA-4798-BC78-A7C61A80FB1A}">
      <dgm:prSet/>
      <dgm:spPr/>
      <dgm:t>
        <a:bodyPr/>
        <a:lstStyle/>
        <a:p>
          <a:r>
            <a:rPr lang="en-US"/>
            <a:t>Targets: +25 point comprehension gain and 0% unsupported claims post-review.</a:t>
          </a:r>
        </a:p>
      </dgm:t>
    </dgm:pt>
    <dgm:pt modelId="{3C4D97ED-3115-4F01-A059-DA165D1B6F3B}" type="parTrans" cxnId="{620E7858-43E6-453E-AE6B-F52ABB231AED}">
      <dgm:prSet/>
      <dgm:spPr/>
      <dgm:t>
        <a:bodyPr/>
        <a:lstStyle/>
        <a:p>
          <a:endParaRPr lang="en-US"/>
        </a:p>
      </dgm:t>
    </dgm:pt>
    <dgm:pt modelId="{0742779D-9518-4912-9F39-3C44878C36F6}" type="sibTrans" cxnId="{620E7858-43E6-453E-AE6B-F52ABB231AED}">
      <dgm:prSet/>
      <dgm:spPr/>
      <dgm:t>
        <a:bodyPr/>
        <a:lstStyle/>
        <a:p>
          <a:endParaRPr lang="en-US"/>
        </a:p>
      </dgm:t>
    </dgm:pt>
    <dgm:pt modelId="{F7902329-406D-4343-A343-5610F0D69E8B}" type="pres">
      <dgm:prSet presAssocID="{476C93C1-ACDA-4FE8-9678-E4787210FFB3}" presName="linear" presStyleCnt="0">
        <dgm:presLayoutVars>
          <dgm:animLvl val="lvl"/>
          <dgm:resizeHandles val="exact"/>
        </dgm:presLayoutVars>
      </dgm:prSet>
      <dgm:spPr/>
    </dgm:pt>
    <dgm:pt modelId="{70601067-E063-6343-B1AF-1A2EE847F53D}" type="pres">
      <dgm:prSet presAssocID="{93FC6C05-3137-4DB1-8460-764B05A985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3D825B-55E2-7244-8546-EC6839C6BFAA}" type="pres">
      <dgm:prSet presAssocID="{0DBD7D82-544F-440B-B849-D5F9EFF10449}" presName="spacer" presStyleCnt="0"/>
      <dgm:spPr/>
    </dgm:pt>
    <dgm:pt modelId="{68009394-032C-3F47-B4EF-7C5865A5E975}" type="pres">
      <dgm:prSet presAssocID="{95149A48-7F65-47BA-9454-CAA36ADF2B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0036D4-A97B-354B-9700-B188276F5483}" type="pres">
      <dgm:prSet presAssocID="{F7AA0FB2-6F68-4189-9DEB-730B7978BC82}" presName="spacer" presStyleCnt="0"/>
      <dgm:spPr/>
    </dgm:pt>
    <dgm:pt modelId="{A5DA6CE7-7296-6546-8402-439BCDDCA398}" type="pres">
      <dgm:prSet presAssocID="{743A2DE1-3B57-465C-89C0-71DBAD315F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0E6520-48F9-E04B-96A0-7415D33B00CA}" type="pres">
      <dgm:prSet presAssocID="{BEE9E56D-778A-4F41-AF24-B3EB1223F0E9}" presName="spacer" presStyleCnt="0"/>
      <dgm:spPr/>
    </dgm:pt>
    <dgm:pt modelId="{89C3CC1D-DA50-2646-B91C-0C46A5A93450}" type="pres">
      <dgm:prSet presAssocID="{381B5072-5ABA-4798-BC78-A7C61A80FB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102608-D288-994E-8679-1B8888E1FCD3}" type="presOf" srcId="{95149A48-7F65-47BA-9454-CAA36ADF2B2C}" destId="{68009394-032C-3F47-B4EF-7C5865A5E975}" srcOrd="0" destOrd="0" presId="urn:microsoft.com/office/officeart/2005/8/layout/vList2"/>
    <dgm:cxn modelId="{0E45BD17-96D7-477F-99E0-BF6A0B959F7D}" srcId="{476C93C1-ACDA-4FE8-9678-E4787210FFB3}" destId="{93FC6C05-3137-4DB1-8460-764B05A98584}" srcOrd="0" destOrd="0" parTransId="{4D0D28C5-D68C-46B7-B527-2F395112B534}" sibTransId="{0DBD7D82-544F-440B-B849-D5F9EFF10449}"/>
    <dgm:cxn modelId="{FACEF942-8C19-1845-B31E-B07D23C0CC0C}" type="presOf" srcId="{381B5072-5ABA-4798-BC78-A7C61A80FB1A}" destId="{89C3CC1D-DA50-2646-B91C-0C46A5A93450}" srcOrd="0" destOrd="0" presId="urn:microsoft.com/office/officeart/2005/8/layout/vList2"/>
    <dgm:cxn modelId="{58BFFC46-DE01-0B47-8DDC-BE604C595FF3}" type="presOf" srcId="{93FC6C05-3137-4DB1-8460-764B05A98584}" destId="{70601067-E063-6343-B1AF-1A2EE847F53D}" srcOrd="0" destOrd="0" presId="urn:microsoft.com/office/officeart/2005/8/layout/vList2"/>
    <dgm:cxn modelId="{620E7858-43E6-453E-AE6B-F52ABB231AED}" srcId="{476C93C1-ACDA-4FE8-9678-E4787210FFB3}" destId="{381B5072-5ABA-4798-BC78-A7C61A80FB1A}" srcOrd="3" destOrd="0" parTransId="{3C4D97ED-3115-4F01-A059-DA165D1B6F3B}" sibTransId="{0742779D-9518-4912-9F39-3C44878C36F6}"/>
    <dgm:cxn modelId="{272D5093-190A-EF4D-A744-8985D08C2CB9}" type="presOf" srcId="{743A2DE1-3B57-465C-89C0-71DBAD315FDB}" destId="{A5DA6CE7-7296-6546-8402-439BCDDCA398}" srcOrd="0" destOrd="0" presId="urn:microsoft.com/office/officeart/2005/8/layout/vList2"/>
    <dgm:cxn modelId="{4B33109A-4BC9-4DAD-A482-F7A2DDDD8A13}" srcId="{476C93C1-ACDA-4FE8-9678-E4787210FFB3}" destId="{743A2DE1-3B57-465C-89C0-71DBAD315FDB}" srcOrd="2" destOrd="0" parTransId="{85DB4102-C9FC-482C-BC08-4DD3D174D13B}" sibTransId="{BEE9E56D-778A-4F41-AF24-B3EB1223F0E9}"/>
    <dgm:cxn modelId="{8036C1B8-F853-C143-8157-E917721C79F2}" type="presOf" srcId="{476C93C1-ACDA-4FE8-9678-E4787210FFB3}" destId="{F7902329-406D-4343-A343-5610F0D69E8B}" srcOrd="0" destOrd="0" presId="urn:microsoft.com/office/officeart/2005/8/layout/vList2"/>
    <dgm:cxn modelId="{8EEDEFD5-441E-42D8-A14B-DB5B4CF30AC0}" srcId="{476C93C1-ACDA-4FE8-9678-E4787210FFB3}" destId="{95149A48-7F65-47BA-9454-CAA36ADF2B2C}" srcOrd="1" destOrd="0" parTransId="{13C1CA16-3E66-4725-AC2E-C52629D6C189}" sibTransId="{F7AA0FB2-6F68-4189-9DEB-730B7978BC82}"/>
    <dgm:cxn modelId="{F374CBC5-C254-5446-8CC0-6407BAB275DF}" type="presParOf" srcId="{F7902329-406D-4343-A343-5610F0D69E8B}" destId="{70601067-E063-6343-B1AF-1A2EE847F53D}" srcOrd="0" destOrd="0" presId="urn:microsoft.com/office/officeart/2005/8/layout/vList2"/>
    <dgm:cxn modelId="{98EDB9C4-E35C-914E-BBD7-42C4CDD91805}" type="presParOf" srcId="{F7902329-406D-4343-A343-5610F0D69E8B}" destId="{9C3D825B-55E2-7244-8546-EC6839C6BFAA}" srcOrd="1" destOrd="0" presId="urn:microsoft.com/office/officeart/2005/8/layout/vList2"/>
    <dgm:cxn modelId="{1DD396D3-EDA5-9642-9BF2-5509C0FCA734}" type="presParOf" srcId="{F7902329-406D-4343-A343-5610F0D69E8B}" destId="{68009394-032C-3F47-B4EF-7C5865A5E975}" srcOrd="2" destOrd="0" presId="urn:microsoft.com/office/officeart/2005/8/layout/vList2"/>
    <dgm:cxn modelId="{3FB53D70-3110-9F48-8E8E-0531547D83D2}" type="presParOf" srcId="{F7902329-406D-4343-A343-5610F0D69E8B}" destId="{E30036D4-A97B-354B-9700-B188276F5483}" srcOrd="3" destOrd="0" presId="urn:microsoft.com/office/officeart/2005/8/layout/vList2"/>
    <dgm:cxn modelId="{79826CF7-2DDF-BC41-9600-EC1A1D030DF7}" type="presParOf" srcId="{F7902329-406D-4343-A343-5610F0D69E8B}" destId="{A5DA6CE7-7296-6546-8402-439BCDDCA398}" srcOrd="4" destOrd="0" presId="urn:microsoft.com/office/officeart/2005/8/layout/vList2"/>
    <dgm:cxn modelId="{0B01E82A-EEE4-294F-BD5E-89B5CDE42D6D}" type="presParOf" srcId="{F7902329-406D-4343-A343-5610F0D69E8B}" destId="{DE0E6520-48F9-E04B-96A0-7415D33B00CA}" srcOrd="5" destOrd="0" presId="urn:microsoft.com/office/officeart/2005/8/layout/vList2"/>
    <dgm:cxn modelId="{4F6EF06E-35E0-0846-880B-CD8CC2851960}" type="presParOf" srcId="{F7902329-406D-4343-A343-5610F0D69E8B}" destId="{89C3CC1D-DA50-2646-B91C-0C46A5A934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6CA8FC-7778-4318-B139-3080E02D5EA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246E34-AC4A-4102-B18B-7DF6A0824B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Azure LLM Service Layer using endpoint, api_key, prompt, and patient_data.</a:t>
          </a:r>
        </a:p>
      </dgm:t>
    </dgm:pt>
    <dgm:pt modelId="{899677CB-0004-4536-A6E5-227A29F4C5FC}" type="parTrans" cxnId="{354ECECD-83BB-4DE2-AC10-8EC5DB08B95D}">
      <dgm:prSet/>
      <dgm:spPr/>
      <dgm:t>
        <a:bodyPr/>
        <a:lstStyle/>
        <a:p>
          <a:endParaRPr lang="en-US"/>
        </a:p>
      </dgm:t>
    </dgm:pt>
    <dgm:pt modelId="{0EEE9F21-8801-4630-B9E3-4EAF13B0664E}" type="sibTrans" cxnId="{354ECECD-83BB-4DE2-AC10-8EC5DB08B95D}">
      <dgm:prSet/>
      <dgm:spPr/>
      <dgm:t>
        <a:bodyPr/>
        <a:lstStyle/>
        <a:p>
          <a:endParaRPr lang="en-US"/>
        </a:p>
      </dgm:t>
    </dgm:pt>
    <dgm:pt modelId="{3D0BE242-15C4-4FA1-8AB0-64F121B898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Expose a FastAPI route to orchestrate summary and question generation.</a:t>
          </a:r>
        </a:p>
      </dgm:t>
    </dgm:pt>
    <dgm:pt modelId="{6F74B3F0-AD4C-4BD1-B155-D3EAF877AA9F}" type="parTrans" cxnId="{B331577B-2BB9-4B48-BC03-A8720A1BD002}">
      <dgm:prSet/>
      <dgm:spPr/>
      <dgm:t>
        <a:bodyPr/>
        <a:lstStyle/>
        <a:p>
          <a:endParaRPr lang="en-US"/>
        </a:p>
      </dgm:t>
    </dgm:pt>
    <dgm:pt modelId="{5B354B7D-7FC6-41BC-A81F-E02C2EBE0E6C}" type="sibTrans" cxnId="{B331577B-2BB9-4B48-BC03-A8720A1BD002}">
      <dgm:prSet/>
      <dgm:spPr/>
      <dgm:t>
        <a:bodyPr/>
        <a:lstStyle/>
        <a:p>
          <a:endParaRPr lang="en-US"/>
        </a:p>
      </dgm:t>
    </dgm:pt>
    <dgm:pt modelId="{DB9C1E52-00B7-4CDB-861B-241D4B9CB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Return JSON outputs for frontend question-card workflow.</a:t>
          </a:r>
        </a:p>
      </dgm:t>
    </dgm:pt>
    <dgm:pt modelId="{05F32E50-7838-4B82-B67D-DCEC80BD64DE}" type="parTrans" cxnId="{72F58BD9-FEA6-433C-AD5E-C6665184EB74}">
      <dgm:prSet/>
      <dgm:spPr/>
      <dgm:t>
        <a:bodyPr/>
        <a:lstStyle/>
        <a:p>
          <a:endParaRPr lang="en-US"/>
        </a:p>
      </dgm:t>
    </dgm:pt>
    <dgm:pt modelId="{640FA19E-AA59-4F93-8DC9-FBF9524E162D}" type="sibTrans" cxnId="{72F58BD9-FEA6-433C-AD5E-C6665184EB74}">
      <dgm:prSet/>
      <dgm:spPr/>
      <dgm:t>
        <a:bodyPr/>
        <a:lstStyle/>
        <a:p>
          <a:endParaRPr lang="en-US"/>
        </a:p>
      </dgm:t>
    </dgm:pt>
    <dgm:pt modelId="{D15A79C8-69E4-4111-95EC-38A8BB3E9C64}" type="pres">
      <dgm:prSet presAssocID="{4B6CA8FC-7778-4318-B139-3080E02D5EA0}" presName="root" presStyleCnt="0">
        <dgm:presLayoutVars>
          <dgm:dir/>
          <dgm:resizeHandles val="exact"/>
        </dgm:presLayoutVars>
      </dgm:prSet>
      <dgm:spPr/>
    </dgm:pt>
    <dgm:pt modelId="{858C0066-F7DD-444E-864B-91DB40D4BB76}" type="pres">
      <dgm:prSet presAssocID="{2A246E34-AC4A-4102-B18B-7DF6A0824B28}" presName="compNode" presStyleCnt="0"/>
      <dgm:spPr/>
    </dgm:pt>
    <dgm:pt modelId="{9F2E1D76-89C1-4390-85F1-3CB2334C30F3}" type="pres">
      <dgm:prSet presAssocID="{2A246E34-AC4A-4102-B18B-7DF6A0824B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7E3A07F-DCA7-44D2-AE35-E3A6F5459152}" type="pres">
      <dgm:prSet presAssocID="{2A246E34-AC4A-4102-B18B-7DF6A0824B28}" presName="spaceRect" presStyleCnt="0"/>
      <dgm:spPr/>
    </dgm:pt>
    <dgm:pt modelId="{1B7E2F4D-5C30-4F98-86B6-E828E98AE052}" type="pres">
      <dgm:prSet presAssocID="{2A246E34-AC4A-4102-B18B-7DF6A0824B28}" presName="textRect" presStyleLbl="revTx" presStyleIdx="0" presStyleCnt="3">
        <dgm:presLayoutVars>
          <dgm:chMax val="1"/>
          <dgm:chPref val="1"/>
        </dgm:presLayoutVars>
      </dgm:prSet>
      <dgm:spPr/>
    </dgm:pt>
    <dgm:pt modelId="{BC923E10-8CBA-4155-B48B-317B8C224FC7}" type="pres">
      <dgm:prSet presAssocID="{0EEE9F21-8801-4630-B9E3-4EAF13B0664E}" presName="sibTrans" presStyleCnt="0"/>
      <dgm:spPr/>
    </dgm:pt>
    <dgm:pt modelId="{CFEF372B-A979-4569-9BAE-AA4FAA0746DC}" type="pres">
      <dgm:prSet presAssocID="{3D0BE242-15C4-4FA1-8AB0-64F121B89831}" presName="compNode" presStyleCnt="0"/>
      <dgm:spPr/>
    </dgm:pt>
    <dgm:pt modelId="{7FB48257-901F-4EF2-B6C9-78421BC4BD96}" type="pres">
      <dgm:prSet presAssocID="{3D0BE242-15C4-4FA1-8AB0-64F121B898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D748762-99B0-4F87-A427-C0CB98BB2E1B}" type="pres">
      <dgm:prSet presAssocID="{3D0BE242-15C4-4FA1-8AB0-64F121B89831}" presName="spaceRect" presStyleCnt="0"/>
      <dgm:spPr/>
    </dgm:pt>
    <dgm:pt modelId="{47903B63-4599-4A16-BDF7-F413B10E8033}" type="pres">
      <dgm:prSet presAssocID="{3D0BE242-15C4-4FA1-8AB0-64F121B89831}" presName="textRect" presStyleLbl="revTx" presStyleIdx="1" presStyleCnt="3">
        <dgm:presLayoutVars>
          <dgm:chMax val="1"/>
          <dgm:chPref val="1"/>
        </dgm:presLayoutVars>
      </dgm:prSet>
      <dgm:spPr/>
    </dgm:pt>
    <dgm:pt modelId="{7E10B64B-D5DB-4065-81A8-7F82C9152EC5}" type="pres">
      <dgm:prSet presAssocID="{5B354B7D-7FC6-41BC-A81F-E02C2EBE0E6C}" presName="sibTrans" presStyleCnt="0"/>
      <dgm:spPr/>
    </dgm:pt>
    <dgm:pt modelId="{64F0EE8A-E7C4-4DA6-81A1-49FB2428AB3C}" type="pres">
      <dgm:prSet presAssocID="{DB9C1E52-00B7-4CDB-861B-241D4B9CB4CB}" presName="compNode" presStyleCnt="0"/>
      <dgm:spPr/>
    </dgm:pt>
    <dgm:pt modelId="{154A83B5-94CC-4BC6-BBB5-D76A6CAAE752}" type="pres">
      <dgm:prSet presAssocID="{DB9C1E52-00B7-4CDB-861B-241D4B9CB4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3E26C7-FA0C-4461-AF44-83B17ECECA1B}" type="pres">
      <dgm:prSet presAssocID="{DB9C1E52-00B7-4CDB-861B-241D4B9CB4CB}" presName="spaceRect" presStyleCnt="0"/>
      <dgm:spPr/>
    </dgm:pt>
    <dgm:pt modelId="{10994406-45D3-44A2-A727-2F62395C0F21}" type="pres">
      <dgm:prSet presAssocID="{DB9C1E52-00B7-4CDB-861B-241D4B9CB4C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9C7121-0153-4F32-B86D-48E771DFB89E}" type="presOf" srcId="{DB9C1E52-00B7-4CDB-861B-241D4B9CB4CB}" destId="{10994406-45D3-44A2-A727-2F62395C0F21}" srcOrd="0" destOrd="0" presId="urn:microsoft.com/office/officeart/2018/2/layout/IconLabelList"/>
    <dgm:cxn modelId="{96D0E853-E057-4080-9161-7A2F0216F3F1}" type="presOf" srcId="{3D0BE242-15C4-4FA1-8AB0-64F121B89831}" destId="{47903B63-4599-4A16-BDF7-F413B10E8033}" srcOrd="0" destOrd="0" presId="urn:microsoft.com/office/officeart/2018/2/layout/IconLabelList"/>
    <dgm:cxn modelId="{6C500365-4F04-4769-A581-1F9B58B8DC30}" type="presOf" srcId="{4B6CA8FC-7778-4318-B139-3080E02D5EA0}" destId="{D15A79C8-69E4-4111-95EC-38A8BB3E9C64}" srcOrd="0" destOrd="0" presId="urn:microsoft.com/office/officeart/2018/2/layout/IconLabelList"/>
    <dgm:cxn modelId="{B331577B-2BB9-4B48-BC03-A8720A1BD002}" srcId="{4B6CA8FC-7778-4318-B139-3080E02D5EA0}" destId="{3D0BE242-15C4-4FA1-8AB0-64F121B89831}" srcOrd="1" destOrd="0" parTransId="{6F74B3F0-AD4C-4BD1-B155-D3EAF877AA9F}" sibTransId="{5B354B7D-7FC6-41BC-A81F-E02C2EBE0E6C}"/>
    <dgm:cxn modelId="{354ECECD-83BB-4DE2-AC10-8EC5DB08B95D}" srcId="{4B6CA8FC-7778-4318-B139-3080E02D5EA0}" destId="{2A246E34-AC4A-4102-B18B-7DF6A0824B28}" srcOrd="0" destOrd="0" parTransId="{899677CB-0004-4536-A6E5-227A29F4C5FC}" sibTransId="{0EEE9F21-8801-4630-B9E3-4EAF13B0664E}"/>
    <dgm:cxn modelId="{72F58BD9-FEA6-433C-AD5E-C6665184EB74}" srcId="{4B6CA8FC-7778-4318-B139-3080E02D5EA0}" destId="{DB9C1E52-00B7-4CDB-861B-241D4B9CB4CB}" srcOrd="2" destOrd="0" parTransId="{05F32E50-7838-4B82-B67D-DCEC80BD64DE}" sibTransId="{640FA19E-AA59-4F93-8DC9-FBF9524E162D}"/>
    <dgm:cxn modelId="{A52693FE-A2D9-4851-929A-787C7836E934}" type="presOf" srcId="{2A246E34-AC4A-4102-B18B-7DF6A0824B28}" destId="{1B7E2F4D-5C30-4F98-86B6-E828E98AE052}" srcOrd="0" destOrd="0" presId="urn:microsoft.com/office/officeart/2018/2/layout/IconLabelList"/>
    <dgm:cxn modelId="{056642FF-60D9-411B-8BB6-2658AC89536E}" type="presParOf" srcId="{D15A79C8-69E4-4111-95EC-38A8BB3E9C64}" destId="{858C0066-F7DD-444E-864B-91DB40D4BB76}" srcOrd="0" destOrd="0" presId="urn:microsoft.com/office/officeart/2018/2/layout/IconLabelList"/>
    <dgm:cxn modelId="{3A792378-86C0-4FC6-8321-66E4806FF488}" type="presParOf" srcId="{858C0066-F7DD-444E-864B-91DB40D4BB76}" destId="{9F2E1D76-89C1-4390-85F1-3CB2334C30F3}" srcOrd="0" destOrd="0" presId="urn:microsoft.com/office/officeart/2018/2/layout/IconLabelList"/>
    <dgm:cxn modelId="{5A1DB2C6-71AB-499C-8878-C3A1A695E471}" type="presParOf" srcId="{858C0066-F7DD-444E-864B-91DB40D4BB76}" destId="{47E3A07F-DCA7-44D2-AE35-E3A6F5459152}" srcOrd="1" destOrd="0" presId="urn:microsoft.com/office/officeart/2018/2/layout/IconLabelList"/>
    <dgm:cxn modelId="{53444E6B-FCB9-4FEE-9044-F70E6D27FDF4}" type="presParOf" srcId="{858C0066-F7DD-444E-864B-91DB40D4BB76}" destId="{1B7E2F4D-5C30-4F98-86B6-E828E98AE052}" srcOrd="2" destOrd="0" presId="urn:microsoft.com/office/officeart/2018/2/layout/IconLabelList"/>
    <dgm:cxn modelId="{CE2B46A3-5FA0-414F-A262-D4DE65AE4D8F}" type="presParOf" srcId="{D15A79C8-69E4-4111-95EC-38A8BB3E9C64}" destId="{BC923E10-8CBA-4155-B48B-317B8C224FC7}" srcOrd="1" destOrd="0" presId="urn:microsoft.com/office/officeart/2018/2/layout/IconLabelList"/>
    <dgm:cxn modelId="{FE6DBC42-E853-4EAE-8C2E-601EC56397C8}" type="presParOf" srcId="{D15A79C8-69E4-4111-95EC-38A8BB3E9C64}" destId="{CFEF372B-A979-4569-9BAE-AA4FAA0746DC}" srcOrd="2" destOrd="0" presId="urn:microsoft.com/office/officeart/2018/2/layout/IconLabelList"/>
    <dgm:cxn modelId="{4EB9D8C7-B907-46E4-8DF9-3B1A1BBAEE53}" type="presParOf" srcId="{CFEF372B-A979-4569-9BAE-AA4FAA0746DC}" destId="{7FB48257-901F-4EF2-B6C9-78421BC4BD96}" srcOrd="0" destOrd="0" presId="urn:microsoft.com/office/officeart/2018/2/layout/IconLabelList"/>
    <dgm:cxn modelId="{0910A2A3-95DA-4B6A-BCC9-50E643C14E69}" type="presParOf" srcId="{CFEF372B-A979-4569-9BAE-AA4FAA0746DC}" destId="{8D748762-99B0-4F87-A427-C0CB98BB2E1B}" srcOrd="1" destOrd="0" presId="urn:microsoft.com/office/officeart/2018/2/layout/IconLabelList"/>
    <dgm:cxn modelId="{15E33B66-5956-47DE-B025-09AB5F9551EC}" type="presParOf" srcId="{CFEF372B-A979-4569-9BAE-AA4FAA0746DC}" destId="{47903B63-4599-4A16-BDF7-F413B10E8033}" srcOrd="2" destOrd="0" presId="urn:microsoft.com/office/officeart/2018/2/layout/IconLabelList"/>
    <dgm:cxn modelId="{452D9D8F-CADE-46D4-B24F-FF6429894B2A}" type="presParOf" srcId="{D15A79C8-69E4-4111-95EC-38A8BB3E9C64}" destId="{7E10B64B-D5DB-4065-81A8-7F82C9152EC5}" srcOrd="3" destOrd="0" presId="urn:microsoft.com/office/officeart/2018/2/layout/IconLabelList"/>
    <dgm:cxn modelId="{CF053195-59C8-49DB-9ECF-AA9020BF00BD}" type="presParOf" srcId="{D15A79C8-69E4-4111-95EC-38A8BB3E9C64}" destId="{64F0EE8A-E7C4-4DA6-81A1-49FB2428AB3C}" srcOrd="4" destOrd="0" presId="urn:microsoft.com/office/officeart/2018/2/layout/IconLabelList"/>
    <dgm:cxn modelId="{88653216-1F0E-4104-B5A1-8A2DBECC656B}" type="presParOf" srcId="{64F0EE8A-E7C4-4DA6-81A1-49FB2428AB3C}" destId="{154A83B5-94CC-4BC6-BBB5-D76A6CAAE752}" srcOrd="0" destOrd="0" presId="urn:microsoft.com/office/officeart/2018/2/layout/IconLabelList"/>
    <dgm:cxn modelId="{A40B1A62-B508-4435-BFFF-4E70026CF82C}" type="presParOf" srcId="{64F0EE8A-E7C4-4DA6-81A1-49FB2428AB3C}" destId="{F13E26C7-FA0C-4461-AF44-83B17ECECA1B}" srcOrd="1" destOrd="0" presId="urn:microsoft.com/office/officeart/2018/2/layout/IconLabelList"/>
    <dgm:cxn modelId="{60CB4E6B-B5BF-45FD-8D6C-056ACED4D723}" type="presParOf" srcId="{64F0EE8A-E7C4-4DA6-81A1-49FB2428AB3C}" destId="{10994406-45D3-44A2-A727-2F62395C0F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25F610-2BBC-44C6-8C36-D5A5C131E1A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7D3F28-2F02-44E6-ADFF-E28379FB40EC}">
      <dgm:prSet/>
      <dgm:spPr/>
      <dgm:t>
        <a:bodyPr/>
        <a:lstStyle/>
        <a:p>
          <a:r>
            <a:rPr lang="en-US"/>
            <a:t>Create a Python FastAPI backend.</a:t>
          </a:r>
        </a:p>
      </dgm:t>
    </dgm:pt>
    <dgm:pt modelId="{E32B3BFF-B7CC-498E-B63A-87FD4E929001}" type="parTrans" cxnId="{60D9F04F-C206-4C24-B2A3-0DA47B376295}">
      <dgm:prSet/>
      <dgm:spPr/>
      <dgm:t>
        <a:bodyPr/>
        <a:lstStyle/>
        <a:p>
          <a:endParaRPr lang="en-US"/>
        </a:p>
      </dgm:t>
    </dgm:pt>
    <dgm:pt modelId="{7A1CACAB-4AE2-44CE-87ED-1CD0CB10E66F}" type="sibTrans" cxnId="{60D9F04F-C206-4C24-B2A3-0DA47B376295}">
      <dgm:prSet/>
      <dgm:spPr/>
      <dgm:t>
        <a:bodyPr/>
        <a:lstStyle/>
        <a:p>
          <a:endParaRPr lang="en-US"/>
        </a:p>
      </dgm:t>
    </dgm:pt>
    <dgm:pt modelId="{EB64FF62-C847-4522-A462-29E37E0FDE15}">
      <dgm:prSet/>
      <dgm:spPr/>
      <dgm:t>
        <a:bodyPr/>
        <a:lstStyle/>
        <a:p>
          <a:r>
            <a:rPr lang="en-US"/>
            <a:t>Architecture includes an Azure LLM Service Layer.</a:t>
          </a:r>
        </a:p>
      </dgm:t>
    </dgm:pt>
    <dgm:pt modelId="{29E4D314-42DB-49E6-B36B-4A41A2863646}" type="parTrans" cxnId="{BA9B077F-703A-487E-AA3F-1CD90B456207}">
      <dgm:prSet/>
      <dgm:spPr/>
      <dgm:t>
        <a:bodyPr/>
        <a:lstStyle/>
        <a:p>
          <a:endParaRPr lang="en-US"/>
        </a:p>
      </dgm:t>
    </dgm:pt>
    <dgm:pt modelId="{DC3F4F68-898D-4B92-B619-A11BF782824B}" type="sibTrans" cxnId="{BA9B077F-703A-487E-AA3F-1CD90B456207}">
      <dgm:prSet/>
      <dgm:spPr/>
      <dgm:t>
        <a:bodyPr/>
        <a:lstStyle/>
        <a:p>
          <a:endParaRPr lang="en-US"/>
        </a:p>
      </dgm:t>
    </dgm:pt>
    <dgm:pt modelId="{E76F5ADF-C0BE-477A-8E3F-D8B0E64507ED}">
      <dgm:prSet/>
      <dgm:spPr/>
      <dgm:t>
        <a:bodyPr/>
        <a:lstStyle/>
        <a:p>
          <a:r>
            <a:rPr lang="en-US"/>
            <a:t>Azure LLM Service Layer uses: Azure Endpoint, API Key, prompt, and patient data as arguments.</a:t>
          </a:r>
        </a:p>
      </dgm:t>
    </dgm:pt>
    <dgm:pt modelId="{F9BC3DB7-9CEB-414F-A850-E84BC0B63DA2}" type="parTrans" cxnId="{945B7654-481B-4468-8C2C-D4D368443297}">
      <dgm:prSet/>
      <dgm:spPr/>
      <dgm:t>
        <a:bodyPr/>
        <a:lstStyle/>
        <a:p>
          <a:endParaRPr lang="en-US"/>
        </a:p>
      </dgm:t>
    </dgm:pt>
    <dgm:pt modelId="{780AC64B-AD73-409B-8F91-4DE5DA8915CD}" type="sibTrans" cxnId="{945B7654-481B-4468-8C2C-D4D368443297}">
      <dgm:prSet/>
      <dgm:spPr/>
      <dgm:t>
        <a:bodyPr/>
        <a:lstStyle/>
        <a:p>
          <a:endParaRPr lang="en-US"/>
        </a:p>
      </dgm:t>
    </dgm:pt>
    <dgm:pt modelId="{8BC56AB6-90CD-4194-8A32-9833C128F76A}">
      <dgm:prSet/>
      <dgm:spPr/>
      <dgm:t>
        <a:bodyPr/>
        <a:lstStyle/>
        <a:p>
          <a:r>
            <a:rPr lang="en-US"/>
            <a:t>API(Route) flow:</a:t>
          </a:r>
        </a:p>
      </dgm:t>
    </dgm:pt>
    <dgm:pt modelId="{0D3DA3ED-380C-485E-8AE4-3A16EFBA5A34}" type="parTrans" cxnId="{E96D31E8-3D78-4F75-8527-F20FA790ACB3}">
      <dgm:prSet/>
      <dgm:spPr/>
      <dgm:t>
        <a:bodyPr/>
        <a:lstStyle/>
        <a:p>
          <a:endParaRPr lang="en-US"/>
        </a:p>
      </dgm:t>
    </dgm:pt>
    <dgm:pt modelId="{54CE569F-6E68-458B-9DFD-A0CCB91AE93D}" type="sibTrans" cxnId="{E96D31E8-3D78-4F75-8527-F20FA790ACB3}">
      <dgm:prSet/>
      <dgm:spPr/>
      <dgm:t>
        <a:bodyPr/>
        <a:lstStyle/>
        <a:p>
          <a:endParaRPr lang="en-US"/>
        </a:p>
      </dgm:t>
    </dgm:pt>
    <dgm:pt modelId="{7DD114B4-2F32-477B-AD3D-2EDF27F09704}">
      <dgm:prSet/>
      <dgm:spPr/>
      <dgm:t>
        <a:bodyPr/>
        <a:lstStyle/>
        <a:p>
          <a:r>
            <a:rPr lang="en-US"/>
            <a:t>Fetch JSON from patient1.json.</a:t>
          </a:r>
        </a:p>
      </dgm:t>
    </dgm:pt>
    <dgm:pt modelId="{DD8034D2-B78E-4942-BDA1-37A254EE2B89}" type="parTrans" cxnId="{613421B9-B8D0-4E2D-863B-5B2C38CB4DDA}">
      <dgm:prSet/>
      <dgm:spPr/>
      <dgm:t>
        <a:bodyPr/>
        <a:lstStyle/>
        <a:p>
          <a:endParaRPr lang="en-US"/>
        </a:p>
      </dgm:t>
    </dgm:pt>
    <dgm:pt modelId="{EE7B9AEF-FFB2-4AD9-8AA0-873D84F63A35}" type="sibTrans" cxnId="{613421B9-B8D0-4E2D-863B-5B2C38CB4DDA}">
      <dgm:prSet/>
      <dgm:spPr/>
      <dgm:t>
        <a:bodyPr/>
        <a:lstStyle/>
        <a:p>
          <a:endParaRPr lang="en-US"/>
        </a:p>
      </dgm:t>
    </dgm:pt>
    <dgm:pt modelId="{2646CB19-EE30-4DB5-ADE8-253245344A96}">
      <dgm:prSet/>
      <dgm:spPr/>
      <dgm:t>
        <a:bodyPr/>
        <a:lstStyle/>
        <a:p>
          <a:r>
            <a:rPr lang="en-US"/>
            <a:t>Use patient data + prompt1 -&gt; Azure LLM Service Layer -&gt; Patient Summary (JSON).</a:t>
          </a:r>
        </a:p>
      </dgm:t>
    </dgm:pt>
    <dgm:pt modelId="{B15FFC94-BCB1-4DD9-B6A4-A014D2C3B58D}" type="parTrans" cxnId="{64E62CED-8DAE-4CDA-852E-8285E424BCE1}">
      <dgm:prSet/>
      <dgm:spPr/>
      <dgm:t>
        <a:bodyPr/>
        <a:lstStyle/>
        <a:p>
          <a:endParaRPr lang="en-US"/>
        </a:p>
      </dgm:t>
    </dgm:pt>
    <dgm:pt modelId="{FDD94722-7802-4504-9997-D663B5099C9B}" type="sibTrans" cxnId="{64E62CED-8DAE-4CDA-852E-8285E424BCE1}">
      <dgm:prSet/>
      <dgm:spPr/>
      <dgm:t>
        <a:bodyPr/>
        <a:lstStyle/>
        <a:p>
          <a:endParaRPr lang="en-US"/>
        </a:p>
      </dgm:t>
    </dgm:pt>
    <dgm:pt modelId="{A4B35789-7E6A-4280-97E7-8844ABEF515A}">
      <dgm:prSet/>
      <dgm:spPr/>
      <dgm:t>
        <a:bodyPr/>
        <a:lstStyle/>
        <a:p>
          <a:r>
            <a:rPr lang="en-US"/>
            <a:t>Use Patient Summary + prompt2 -&gt; Azure LLM Service Layer -&gt; Patient Probable Questions (JSON).</a:t>
          </a:r>
        </a:p>
      </dgm:t>
    </dgm:pt>
    <dgm:pt modelId="{CC942EDC-69F5-42C5-89E6-7B6BAFB1ED23}" type="parTrans" cxnId="{26727A9B-29D2-4C58-9B53-A84B59E4DEFA}">
      <dgm:prSet/>
      <dgm:spPr/>
      <dgm:t>
        <a:bodyPr/>
        <a:lstStyle/>
        <a:p>
          <a:endParaRPr lang="en-US"/>
        </a:p>
      </dgm:t>
    </dgm:pt>
    <dgm:pt modelId="{10B926B2-AECC-4832-9B41-AE06712F6907}" type="sibTrans" cxnId="{26727A9B-29D2-4C58-9B53-A84B59E4DEFA}">
      <dgm:prSet/>
      <dgm:spPr/>
      <dgm:t>
        <a:bodyPr/>
        <a:lstStyle/>
        <a:p>
          <a:endParaRPr lang="en-US"/>
        </a:p>
      </dgm:t>
    </dgm:pt>
    <dgm:pt modelId="{B9A5FE29-13AB-40C9-8E18-81C20ECD6009}">
      <dgm:prSet/>
      <dgm:spPr/>
      <dgm:t>
        <a:bodyPr/>
        <a:lstStyle/>
        <a:p>
          <a:r>
            <a:rPr lang="en-US"/>
            <a:t>Return both JSON objects in an array as API response.</a:t>
          </a:r>
        </a:p>
      </dgm:t>
    </dgm:pt>
    <dgm:pt modelId="{46E3F6AA-BC47-4CAE-953D-12669CD5E2D7}" type="parTrans" cxnId="{8C648847-C592-4FB8-A014-09EF0FBD50B3}">
      <dgm:prSet/>
      <dgm:spPr/>
      <dgm:t>
        <a:bodyPr/>
        <a:lstStyle/>
        <a:p>
          <a:endParaRPr lang="en-US"/>
        </a:p>
      </dgm:t>
    </dgm:pt>
    <dgm:pt modelId="{A6691A53-0A0F-4E08-9565-AAC3D47526AF}" type="sibTrans" cxnId="{8C648847-C592-4FB8-A014-09EF0FBD50B3}">
      <dgm:prSet/>
      <dgm:spPr/>
      <dgm:t>
        <a:bodyPr/>
        <a:lstStyle/>
        <a:p>
          <a:endParaRPr lang="en-US"/>
        </a:p>
      </dgm:t>
    </dgm:pt>
    <dgm:pt modelId="{CA04610B-DB8E-6645-8A09-0AA0234C2F63}" type="pres">
      <dgm:prSet presAssocID="{D625F610-2BBC-44C6-8C36-D5A5C131E1A4}" presName="linear" presStyleCnt="0">
        <dgm:presLayoutVars>
          <dgm:dir/>
          <dgm:animLvl val="lvl"/>
          <dgm:resizeHandles val="exact"/>
        </dgm:presLayoutVars>
      </dgm:prSet>
      <dgm:spPr/>
    </dgm:pt>
    <dgm:pt modelId="{5BBBBEC2-D2F0-2F48-B194-04AD1E2EDC4F}" type="pres">
      <dgm:prSet presAssocID="{AD7D3F28-2F02-44E6-ADFF-E28379FB40EC}" presName="parentLin" presStyleCnt="0"/>
      <dgm:spPr/>
    </dgm:pt>
    <dgm:pt modelId="{EC12FAB4-333A-6746-9BC4-B7135BFF3F61}" type="pres">
      <dgm:prSet presAssocID="{AD7D3F28-2F02-44E6-ADFF-E28379FB40EC}" presName="parentLeftMargin" presStyleLbl="node1" presStyleIdx="0" presStyleCnt="3"/>
      <dgm:spPr/>
    </dgm:pt>
    <dgm:pt modelId="{6AEA7EC3-A944-684C-AE83-A2217EFE39D6}" type="pres">
      <dgm:prSet presAssocID="{AD7D3F28-2F02-44E6-ADFF-E28379FB40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E62BE6-9252-AF4A-97A5-AB3E9B4DD546}" type="pres">
      <dgm:prSet presAssocID="{AD7D3F28-2F02-44E6-ADFF-E28379FB40EC}" presName="negativeSpace" presStyleCnt="0"/>
      <dgm:spPr/>
    </dgm:pt>
    <dgm:pt modelId="{5C343712-EDD6-784F-A33D-D4BD59288835}" type="pres">
      <dgm:prSet presAssocID="{AD7D3F28-2F02-44E6-ADFF-E28379FB40EC}" presName="childText" presStyleLbl="conFgAcc1" presStyleIdx="0" presStyleCnt="3">
        <dgm:presLayoutVars>
          <dgm:bulletEnabled val="1"/>
        </dgm:presLayoutVars>
      </dgm:prSet>
      <dgm:spPr/>
    </dgm:pt>
    <dgm:pt modelId="{D9472F36-E563-714D-94BD-FDCEDEB4ECC3}" type="pres">
      <dgm:prSet presAssocID="{7A1CACAB-4AE2-44CE-87ED-1CD0CB10E66F}" presName="spaceBetweenRectangles" presStyleCnt="0"/>
      <dgm:spPr/>
    </dgm:pt>
    <dgm:pt modelId="{5BFCDF73-333A-EF45-A0D4-81D3EBCD3E80}" type="pres">
      <dgm:prSet presAssocID="{EB64FF62-C847-4522-A462-29E37E0FDE15}" presName="parentLin" presStyleCnt="0"/>
      <dgm:spPr/>
    </dgm:pt>
    <dgm:pt modelId="{653F8AC1-F5CF-B441-890A-8C3517D48A08}" type="pres">
      <dgm:prSet presAssocID="{EB64FF62-C847-4522-A462-29E37E0FDE15}" presName="parentLeftMargin" presStyleLbl="node1" presStyleIdx="0" presStyleCnt="3"/>
      <dgm:spPr/>
    </dgm:pt>
    <dgm:pt modelId="{8A443392-DB0D-374F-92FF-83993F20A1EF}" type="pres">
      <dgm:prSet presAssocID="{EB64FF62-C847-4522-A462-29E37E0FDE1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FED90D-C304-3A47-8FBE-2240C88D0583}" type="pres">
      <dgm:prSet presAssocID="{EB64FF62-C847-4522-A462-29E37E0FDE15}" presName="negativeSpace" presStyleCnt="0"/>
      <dgm:spPr/>
    </dgm:pt>
    <dgm:pt modelId="{F11B4F54-1941-4F46-83ED-E2253E756D3F}" type="pres">
      <dgm:prSet presAssocID="{EB64FF62-C847-4522-A462-29E37E0FDE15}" presName="childText" presStyleLbl="conFgAcc1" presStyleIdx="1" presStyleCnt="3">
        <dgm:presLayoutVars>
          <dgm:bulletEnabled val="1"/>
        </dgm:presLayoutVars>
      </dgm:prSet>
      <dgm:spPr/>
    </dgm:pt>
    <dgm:pt modelId="{9C5C5729-CB73-FE4A-A6EC-E4E965BBA4C6}" type="pres">
      <dgm:prSet presAssocID="{DC3F4F68-898D-4B92-B619-A11BF782824B}" presName="spaceBetweenRectangles" presStyleCnt="0"/>
      <dgm:spPr/>
    </dgm:pt>
    <dgm:pt modelId="{8BF20BF1-D579-504A-AE6E-E5000DB00849}" type="pres">
      <dgm:prSet presAssocID="{8BC56AB6-90CD-4194-8A32-9833C128F76A}" presName="parentLin" presStyleCnt="0"/>
      <dgm:spPr/>
    </dgm:pt>
    <dgm:pt modelId="{2AEC488A-F103-7643-B9BD-5AD96E551149}" type="pres">
      <dgm:prSet presAssocID="{8BC56AB6-90CD-4194-8A32-9833C128F76A}" presName="parentLeftMargin" presStyleLbl="node1" presStyleIdx="1" presStyleCnt="3"/>
      <dgm:spPr/>
    </dgm:pt>
    <dgm:pt modelId="{A5E6631B-F865-3842-A0E5-D810E5C33E6A}" type="pres">
      <dgm:prSet presAssocID="{8BC56AB6-90CD-4194-8A32-9833C128F76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D7EC5F1-25DE-2141-A531-78CF15735F7A}" type="pres">
      <dgm:prSet presAssocID="{8BC56AB6-90CD-4194-8A32-9833C128F76A}" presName="negativeSpace" presStyleCnt="0"/>
      <dgm:spPr/>
    </dgm:pt>
    <dgm:pt modelId="{6BDD0DFA-9D67-5B44-AEF9-11727EAD670F}" type="pres">
      <dgm:prSet presAssocID="{8BC56AB6-90CD-4194-8A32-9833C128F76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E1F1000-E3CD-7448-9DC3-DC107911E80A}" type="presOf" srcId="{E76F5ADF-C0BE-477A-8E3F-D8B0E64507ED}" destId="{F11B4F54-1941-4F46-83ED-E2253E756D3F}" srcOrd="0" destOrd="0" presId="urn:microsoft.com/office/officeart/2005/8/layout/list1"/>
    <dgm:cxn modelId="{E3536F14-2F90-D54B-9A28-135FE644457B}" type="presOf" srcId="{AD7D3F28-2F02-44E6-ADFF-E28379FB40EC}" destId="{EC12FAB4-333A-6746-9BC4-B7135BFF3F61}" srcOrd="0" destOrd="0" presId="urn:microsoft.com/office/officeart/2005/8/layout/list1"/>
    <dgm:cxn modelId="{49519D22-8336-D049-9DF2-98D06C65B2A5}" type="presOf" srcId="{A4B35789-7E6A-4280-97E7-8844ABEF515A}" destId="{6BDD0DFA-9D67-5B44-AEF9-11727EAD670F}" srcOrd="0" destOrd="2" presId="urn:microsoft.com/office/officeart/2005/8/layout/list1"/>
    <dgm:cxn modelId="{70942129-8DEE-B549-81E2-1224C2D172F6}" type="presOf" srcId="{2646CB19-EE30-4DB5-ADE8-253245344A96}" destId="{6BDD0DFA-9D67-5B44-AEF9-11727EAD670F}" srcOrd="0" destOrd="1" presId="urn:microsoft.com/office/officeart/2005/8/layout/list1"/>
    <dgm:cxn modelId="{FBE71531-3C88-0241-9AC0-A9AFD23C37FE}" type="presOf" srcId="{EB64FF62-C847-4522-A462-29E37E0FDE15}" destId="{653F8AC1-F5CF-B441-890A-8C3517D48A08}" srcOrd="0" destOrd="0" presId="urn:microsoft.com/office/officeart/2005/8/layout/list1"/>
    <dgm:cxn modelId="{903C9F45-E505-1D47-B30B-30B3FB8E7651}" type="presOf" srcId="{8BC56AB6-90CD-4194-8A32-9833C128F76A}" destId="{2AEC488A-F103-7643-B9BD-5AD96E551149}" srcOrd="0" destOrd="0" presId="urn:microsoft.com/office/officeart/2005/8/layout/list1"/>
    <dgm:cxn modelId="{8C648847-C592-4FB8-A014-09EF0FBD50B3}" srcId="{8BC56AB6-90CD-4194-8A32-9833C128F76A}" destId="{B9A5FE29-13AB-40C9-8E18-81C20ECD6009}" srcOrd="3" destOrd="0" parTransId="{46E3F6AA-BC47-4CAE-953D-12669CD5E2D7}" sibTransId="{A6691A53-0A0F-4E08-9565-AAC3D47526AF}"/>
    <dgm:cxn modelId="{60D9F04F-C206-4C24-B2A3-0DA47B376295}" srcId="{D625F610-2BBC-44C6-8C36-D5A5C131E1A4}" destId="{AD7D3F28-2F02-44E6-ADFF-E28379FB40EC}" srcOrd="0" destOrd="0" parTransId="{E32B3BFF-B7CC-498E-B63A-87FD4E929001}" sibTransId="{7A1CACAB-4AE2-44CE-87ED-1CD0CB10E66F}"/>
    <dgm:cxn modelId="{945B7654-481B-4468-8C2C-D4D368443297}" srcId="{EB64FF62-C847-4522-A462-29E37E0FDE15}" destId="{E76F5ADF-C0BE-477A-8E3F-D8B0E64507ED}" srcOrd="0" destOrd="0" parTransId="{F9BC3DB7-9CEB-414F-A850-E84BC0B63DA2}" sibTransId="{780AC64B-AD73-409B-8F91-4DE5DA8915CD}"/>
    <dgm:cxn modelId="{FEA09E66-E35F-CF4C-8993-3210BB894A1D}" type="presOf" srcId="{8BC56AB6-90CD-4194-8A32-9833C128F76A}" destId="{A5E6631B-F865-3842-A0E5-D810E5C33E6A}" srcOrd="1" destOrd="0" presId="urn:microsoft.com/office/officeart/2005/8/layout/list1"/>
    <dgm:cxn modelId="{1DB9E270-40EB-1F4E-AB01-FE972F96A6C3}" type="presOf" srcId="{D625F610-2BBC-44C6-8C36-D5A5C131E1A4}" destId="{CA04610B-DB8E-6645-8A09-0AA0234C2F63}" srcOrd="0" destOrd="0" presId="urn:microsoft.com/office/officeart/2005/8/layout/list1"/>
    <dgm:cxn modelId="{BA9B077F-703A-487E-AA3F-1CD90B456207}" srcId="{D625F610-2BBC-44C6-8C36-D5A5C131E1A4}" destId="{EB64FF62-C847-4522-A462-29E37E0FDE15}" srcOrd="1" destOrd="0" parTransId="{29E4D314-42DB-49E6-B36B-4A41A2863646}" sibTransId="{DC3F4F68-898D-4B92-B619-A11BF782824B}"/>
    <dgm:cxn modelId="{97E64488-0A56-8A4C-A82F-97868B722266}" type="presOf" srcId="{AD7D3F28-2F02-44E6-ADFF-E28379FB40EC}" destId="{6AEA7EC3-A944-684C-AE83-A2217EFE39D6}" srcOrd="1" destOrd="0" presId="urn:microsoft.com/office/officeart/2005/8/layout/list1"/>
    <dgm:cxn modelId="{1E47578A-AEE0-0542-BE39-6970E72D520D}" type="presOf" srcId="{EB64FF62-C847-4522-A462-29E37E0FDE15}" destId="{8A443392-DB0D-374F-92FF-83993F20A1EF}" srcOrd="1" destOrd="0" presId="urn:microsoft.com/office/officeart/2005/8/layout/list1"/>
    <dgm:cxn modelId="{26727A9B-29D2-4C58-9B53-A84B59E4DEFA}" srcId="{8BC56AB6-90CD-4194-8A32-9833C128F76A}" destId="{A4B35789-7E6A-4280-97E7-8844ABEF515A}" srcOrd="2" destOrd="0" parTransId="{CC942EDC-69F5-42C5-89E6-7B6BAFB1ED23}" sibTransId="{10B926B2-AECC-4832-9B41-AE06712F6907}"/>
    <dgm:cxn modelId="{613421B9-B8D0-4E2D-863B-5B2C38CB4DDA}" srcId="{8BC56AB6-90CD-4194-8A32-9833C128F76A}" destId="{7DD114B4-2F32-477B-AD3D-2EDF27F09704}" srcOrd="0" destOrd="0" parTransId="{DD8034D2-B78E-4942-BDA1-37A254EE2B89}" sibTransId="{EE7B9AEF-FFB2-4AD9-8AA0-873D84F63A35}"/>
    <dgm:cxn modelId="{E96D31E8-3D78-4F75-8527-F20FA790ACB3}" srcId="{D625F610-2BBC-44C6-8C36-D5A5C131E1A4}" destId="{8BC56AB6-90CD-4194-8A32-9833C128F76A}" srcOrd="2" destOrd="0" parTransId="{0D3DA3ED-380C-485E-8AE4-3A16EFBA5A34}" sibTransId="{54CE569F-6E68-458B-9DFD-A0CCB91AE93D}"/>
    <dgm:cxn modelId="{64E62CED-8DAE-4CDA-852E-8285E424BCE1}" srcId="{8BC56AB6-90CD-4194-8A32-9833C128F76A}" destId="{2646CB19-EE30-4DB5-ADE8-253245344A96}" srcOrd="1" destOrd="0" parTransId="{B15FFC94-BCB1-4DD9-B6A4-A014D2C3B58D}" sibTransId="{FDD94722-7802-4504-9997-D663B5099C9B}"/>
    <dgm:cxn modelId="{B89681EF-8C91-9542-9534-1AAF6F97C5A0}" type="presOf" srcId="{7DD114B4-2F32-477B-AD3D-2EDF27F09704}" destId="{6BDD0DFA-9D67-5B44-AEF9-11727EAD670F}" srcOrd="0" destOrd="0" presId="urn:microsoft.com/office/officeart/2005/8/layout/list1"/>
    <dgm:cxn modelId="{2F21CAF2-C3D2-7A4D-A61A-89900626B846}" type="presOf" srcId="{B9A5FE29-13AB-40C9-8E18-81C20ECD6009}" destId="{6BDD0DFA-9D67-5B44-AEF9-11727EAD670F}" srcOrd="0" destOrd="3" presId="urn:microsoft.com/office/officeart/2005/8/layout/list1"/>
    <dgm:cxn modelId="{5D11C70D-13ED-6F4B-AF55-8A22A6FC2123}" type="presParOf" srcId="{CA04610B-DB8E-6645-8A09-0AA0234C2F63}" destId="{5BBBBEC2-D2F0-2F48-B194-04AD1E2EDC4F}" srcOrd="0" destOrd="0" presId="urn:microsoft.com/office/officeart/2005/8/layout/list1"/>
    <dgm:cxn modelId="{45E56ED7-648F-A44F-A080-2616F6D4487B}" type="presParOf" srcId="{5BBBBEC2-D2F0-2F48-B194-04AD1E2EDC4F}" destId="{EC12FAB4-333A-6746-9BC4-B7135BFF3F61}" srcOrd="0" destOrd="0" presId="urn:microsoft.com/office/officeart/2005/8/layout/list1"/>
    <dgm:cxn modelId="{E168C94D-32D6-0D4F-A620-AC22A156DC29}" type="presParOf" srcId="{5BBBBEC2-D2F0-2F48-B194-04AD1E2EDC4F}" destId="{6AEA7EC3-A944-684C-AE83-A2217EFE39D6}" srcOrd="1" destOrd="0" presId="urn:microsoft.com/office/officeart/2005/8/layout/list1"/>
    <dgm:cxn modelId="{8C7EE5BC-BAB9-7C45-8A3D-5D1C1FC05109}" type="presParOf" srcId="{CA04610B-DB8E-6645-8A09-0AA0234C2F63}" destId="{80E62BE6-9252-AF4A-97A5-AB3E9B4DD546}" srcOrd="1" destOrd="0" presId="urn:microsoft.com/office/officeart/2005/8/layout/list1"/>
    <dgm:cxn modelId="{355A61D7-6C6E-DF47-855F-B27DB7AC2DDE}" type="presParOf" srcId="{CA04610B-DB8E-6645-8A09-0AA0234C2F63}" destId="{5C343712-EDD6-784F-A33D-D4BD59288835}" srcOrd="2" destOrd="0" presId="urn:microsoft.com/office/officeart/2005/8/layout/list1"/>
    <dgm:cxn modelId="{990F838A-7023-0D48-A230-B1289EDC92C6}" type="presParOf" srcId="{CA04610B-DB8E-6645-8A09-0AA0234C2F63}" destId="{D9472F36-E563-714D-94BD-FDCEDEB4ECC3}" srcOrd="3" destOrd="0" presId="urn:microsoft.com/office/officeart/2005/8/layout/list1"/>
    <dgm:cxn modelId="{98D109BE-F98A-D040-86D3-F56A0E418CE4}" type="presParOf" srcId="{CA04610B-DB8E-6645-8A09-0AA0234C2F63}" destId="{5BFCDF73-333A-EF45-A0D4-81D3EBCD3E80}" srcOrd="4" destOrd="0" presId="urn:microsoft.com/office/officeart/2005/8/layout/list1"/>
    <dgm:cxn modelId="{C9EEF116-13E3-8C47-80C0-E62A25109B4E}" type="presParOf" srcId="{5BFCDF73-333A-EF45-A0D4-81D3EBCD3E80}" destId="{653F8AC1-F5CF-B441-890A-8C3517D48A08}" srcOrd="0" destOrd="0" presId="urn:microsoft.com/office/officeart/2005/8/layout/list1"/>
    <dgm:cxn modelId="{53AF1B88-2B2F-734A-86FB-663B7CBDD76A}" type="presParOf" srcId="{5BFCDF73-333A-EF45-A0D4-81D3EBCD3E80}" destId="{8A443392-DB0D-374F-92FF-83993F20A1EF}" srcOrd="1" destOrd="0" presId="urn:microsoft.com/office/officeart/2005/8/layout/list1"/>
    <dgm:cxn modelId="{74933D6A-12D4-9548-BB13-6FADB8CF40D0}" type="presParOf" srcId="{CA04610B-DB8E-6645-8A09-0AA0234C2F63}" destId="{08FED90D-C304-3A47-8FBE-2240C88D0583}" srcOrd="5" destOrd="0" presId="urn:microsoft.com/office/officeart/2005/8/layout/list1"/>
    <dgm:cxn modelId="{344381A4-44DD-FF49-8B47-C46D9528CB27}" type="presParOf" srcId="{CA04610B-DB8E-6645-8A09-0AA0234C2F63}" destId="{F11B4F54-1941-4F46-83ED-E2253E756D3F}" srcOrd="6" destOrd="0" presId="urn:microsoft.com/office/officeart/2005/8/layout/list1"/>
    <dgm:cxn modelId="{2F5B7767-D38E-794D-94E0-CD33D48436C7}" type="presParOf" srcId="{CA04610B-DB8E-6645-8A09-0AA0234C2F63}" destId="{9C5C5729-CB73-FE4A-A6EC-E4E965BBA4C6}" srcOrd="7" destOrd="0" presId="urn:microsoft.com/office/officeart/2005/8/layout/list1"/>
    <dgm:cxn modelId="{660CB3B2-8E3B-9E4D-B713-94141D84462A}" type="presParOf" srcId="{CA04610B-DB8E-6645-8A09-0AA0234C2F63}" destId="{8BF20BF1-D579-504A-AE6E-E5000DB00849}" srcOrd="8" destOrd="0" presId="urn:microsoft.com/office/officeart/2005/8/layout/list1"/>
    <dgm:cxn modelId="{F9AD4DCA-CF59-E444-B0E0-0BB1471392EC}" type="presParOf" srcId="{8BF20BF1-D579-504A-AE6E-E5000DB00849}" destId="{2AEC488A-F103-7643-B9BD-5AD96E551149}" srcOrd="0" destOrd="0" presId="urn:microsoft.com/office/officeart/2005/8/layout/list1"/>
    <dgm:cxn modelId="{386B704D-EFD0-E84A-90A6-B4C66B8CDBCB}" type="presParOf" srcId="{8BF20BF1-D579-504A-AE6E-E5000DB00849}" destId="{A5E6631B-F865-3842-A0E5-D810E5C33E6A}" srcOrd="1" destOrd="0" presId="urn:microsoft.com/office/officeart/2005/8/layout/list1"/>
    <dgm:cxn modelId="{EC305D59-CE1C-8940-970B-FBF6485B44B2}" type="presParOf" srcId="{CA04610B-DB8E-6645-8A09-0AA0234C2F63}" destId="{6D7EC5F1-25DE-2141-A531-78CF15735F7A}" srcOrd="9" destOrd="0" presId="urn:microsoft.com/office/officeart/2005/8/layout/list1"/>
    <dgm:cxn modelId="{3C5156C5-B72B-7045-A96B-F3F01093FE7B}" type="presParOf" srcId="{CA04610B-DB8E-6645-8A09-0AA0234C2F63}" destId="{6BDD0DFA-9D67-5B44-AEF9-11727EAD670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8B10A-93C6-4040-BF91-1612864F97F6}">
      <dsp:nvSpPr>
        <dsp:cNvPr id="0" name=""/>
        <dsp:cNvSpPr/>
      </dsp:nvSpPr>
      <dsp:spPr>
        <a:xfrm>
          <a:off x="908414" y="968366"/>
          <a:ext cx="1442103" cy="14421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7BD38-DD86-4BF1-A921-E346D82DC980}">
      <dsp:nvSpPr>
        <dsp:cNvPr id="0" name=""/>
        <dsp:cNvSpPr/>
      </dsp:nvSpPr>
      <dsp:spPr>
        <a:xfrm>
          <a:off x="27129" y="2792193"/>
          <a:ext cx="32046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Post-visit instructions are often dense and hard to follow.</a:t>
          </a:r>
        </a:p>
      </dsp:txBody>
      <dsp:txXfrm>
        <a:off x="27129" y="2792193"/>
        <a:ext cx="3204675" cy="720000"/>
      </dsp:txXfrm>
    </dsp:sp>
    <dsp:sp modelId="{ED5BB323-606B-4D8A-B486-558FF2E96FAD}">
      <dsp:nvSpPr>
        <dsp:cNvPr id="0" name=""/>
        <dsp:cNvSpPr/>
      </dsp:nvSpPr>
      <dsp:spPr>
        <a:xfrm>
          <a:off x="4673908" y="968366"/>
          <a:ext cx="1442103" cy="14421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06323-8DEB-4E8A-8478-C59E5CF43689}">
      <dsp:nvSpPr>
        <dsp:cNvPr id="0" name=""/>
        <dsp:cNvSpPr/>
      </dsp:nvSpPr>
      <dsp:spPr>
        <a:xfrm>
          <a:off x="3792622" y="2792193"/>
          <a:ext cx="32046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Patients miss medication, lab, and follow-up steps.</a:t>
          </a:r>
        </a:p>
      </dsp:txBody>
      <dsp:txXfrm>
        <a:off x="3792622" y="2792193"/>
        <a:ext cx="3204675" cy="720000"/>
      </dsp:txXfrm>
    </dsp:sp>
    <dsp:sp modelId="{305B89A7-C791-49A4-A12E-E618930DDAAB}">
      <dsp:nvSpPr>
        <dsp:cNvPr id="0" name=""/>
        <dsp:cNvSpPr/>
      </dsp:nvSpPr>
      <dsp:spPr>
        <a:xfrm>
          <a:off x="8439401" y="968366"/>
          <a:ext cx="1442103" cy="14421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8EDE5-EC0E-4E78-81AB-7E578BB9B9E0}">
      <dsp:nvSpPr>
        <dsp:cNvPr id="0" name=""/>
        <dsp:cNvSpPr/>
      </dsp:nvSpPr>
      <dsp:spPr>
        <a:xfrm>
          <a:off x="7558115" y="2792193"/>
          <a:ext cx="32046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Patients and caregivers are often unsure what to ask next.</a:t>
          </a:r>
        </a:p>
      </dsp:txBody>
      <dsp:txXfrm>
        <a:off x="7558115" y="2792193"/>
        <a:ext cx="32046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460E7-9FD9-4205-B856-784074A2D59B}">
      <dsp:nvSpPr>
        <dsp:cNvPr id="0" name=""/>
        <dsp:cNvSpPr/>
      </dsp:nvSpPr>
      <dsp:spPr>
        <a:xfrm>
          <a:off x="2540376" y="582208"/>
          <a:ext cx="755823" cy="7558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D8B2C-763C-408E-9FDF-B6A91E8766E9}">
      <dsp:nvSpPr>
        <dsp:cNvPr id="0" name=""/>
        <dsp:cNvSpPr/>
      </dsp:nvSpPr>
      <dsp:spPr>
        <a:xfrm>
          <a:off x="2699099" y="740931"/>
          <a:ext cx="438377" cy="4383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F65E1-31AD-4D41-B57B-6A58EF0CE90A}">
      <dsp:nvSpPr>
        <dsp:cNvPr id="0" name=""/>
        <dsp:cNvSpPr/>
      </dsp:nvSpPr>
      <dsp:spPr>
        <a:xfrm>
          <a:off x="3458162" y="582208"/>
          <a:ext cx="1781584" cy="75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Patient impact: clearer next steps, better follow-up questions, stronger readiness.</a:t>
          </a:r>
        </a:p>
      </dsp:txBody>
      <dsp:txXfrm>
        <a:off x="3458162" y="582208"/>
        <a:ext cx="1781584" cy="755823"/>
      </dsp:txXfrm>
    </dsp:sp>
    <dsp:sp modelId="{98ED4D65-7B23-44F7-8862-0930C407FBCE}">
      <dsp:nvSpPr>
        <dsp:cNvPr id="0" name=""/>
        <dsp:cNvSpPr/>
      </dsp:nvSpPr>
      <dsp:spPr>
        <a:xfrm>
          <a:off x="5550173" y="582208"/>
          <a:ext cx="755823" cy="7558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5BEC9-D08E-46C3-83D0-0C879349D905}">
      <dsp:nvSpPr>
        <dsp:cNvPr id="0" name=""/>
        <dsp:cNvSpPr/>
      </dsp:nvSpPr>
      <dsp:spPr>
        <a:xfrm>
          <a:off x="5708896" y="740931"/>
          <a:ext cx="438377" cy="4383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85E6F-F975-4837-AB1E-D8A390C49163}">
      <dsp:nvSpPr>
        <dsp:cNvPr id="0" name=""/>
        <dsp:cNvSpPr/>
      </dsp:nvSpPr>
      <dsp:spPr>
        <a:xfrm>
          <a:off x="6467959" y="582208"/>
          <a:ext cx="1781584" cy="75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Operational impact: fewer avoidable clarification loops after visits.</a:t>
          </a:r>
        </a:p>
      </dsp:txBody>
      <dsp:txXfrm>
        <a:off x="6467959" y="582208"/>
        <a:ext cx="1781584" cy="7558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F80A4-861E-904F-A9E9-FFEB01D0605A}">
      <dsp:nvSpPr>
        <dsp:cNvPr id="0" name=""/>
        <dsp:cNvSpPr/>
      </dsp:nvSpPr>
      <dsp:spPr>
        <a:xfrm>
          <a:off x="8252603" y="1001997"/>
          <a:ext cx="2476871" cy="2476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1F5F7-6C61-924B-B455-7E4D629AD95A}">
      <dsp:nvSpPr>
        <dsp:cNvPr id="0" name=""/>
        <dsp:cNvSpPr/>
      </dsp:nvSpPr>
      <dsp:spPr>
        <a:xfrm>
          <a:off x="8335448" y="1084579"/>
          <a:ext cx="2312242" cy="23118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Tech stack: React frontend + FastAPI backend + Azure OpenAI.</a:t>
          </a:r>
        </a:p>
      </dsp:txBody>
      <dsp:txXfrm>
        <a:off x="8665769" y="1414903"/>
        <a:ext cx="1651601" cy="1651187"/>
      </dsp:txXfrm>
    </dsp:sp>
    <dsp:sp modelId="{7EB127A1-7ED7-FD4D-B2D7-75F767120ACB}">
      <dsp:nvSpPr>
        <dsp:cNvPr id="0" name=""/>
        <dsp:cNvSpPr/>
      </dsp:nvSpPr>
      <dsp:spPr>
        <a:xfrm rot="2700000">
          <a:off x="5682244" y="1001823"/>
          <a:ext cx="2476912" cy="247691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5C27A-BEB0-7846-99A2-C9B3B6CFAA01}">
      <dsp:nvSpPr>
        <dsp:cNvPr id="0" name=""/>
        <dsp:cNvSpPr/>
      </dsp:nvSpPr>
      <dsp:spPr>
        <a:xfrm>
          <a:off x="5775731" y="1084579"/>
          <a:ext cx="2312242" cy="23118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Human approve/edit gate before patient-facing output.</a:t>
          </a:r>
        </a:p>
      </dsp:txBody>
      <dsp:txXfrm>
        <a:off x="6106051" y="1414903"/>
        <a:ext cx="1651601" cy="1651187"/>
      </dsp:txXfrm>
    </dsp:sp>
    <dsp:sp modelId="{AFC863C4-1D7D-DC4E-99D1-131ADB84D64B}">
      <dsp:nvSpPr>
        <dsp:cNvPr id="0" name=""/>
        <dsp:cNvSpPr/>
      </dsp:nvSpPr>
      <dsp:spPr>
        <a:xfrm rot="2700000">
          <a:off x="3133147" y="1001823"/>
          <a:ext cx="2476912" cy="247691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F02C1-C92A-9245-911C-1638E7E8B27A}">
      <dsp:nvSpPr>
        <dsp:cNvPr id="0" name=""/>
        <dsp:cNvSpPr/>
      </dsp:nvSpPr>
      <dsp:spPr>
        <a:xfrm>
          <a:off x="3216013" y="1084579"/>
          <a:ext cx="2312242" cy="23118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Label: "Conversation starters, not medical advice."</a:t>
          </a:r>
        </a:p>
      </dsp:txBody>
      <dsp:txXfrm>
        <a:off x="3546334" y="1414903"/>
        <a:ext cx="1651601" cy="1651187"/>
      </dsp:txXfrm>
    </dsp:sp>
    <dsp:sp modelId="{7A7D343B-BC04-5C47-81B6-122D7475C03A}">
      <dsp:nvSpPr>
        <dsp:cNvPr id="0" name=""/>
        <dsp:cNvSpPr/>
      </dsp:nvSpPr>
      <dsp:spPr>
        <a:xfrm rot="2700000">
          <a:off x="573430" y="1001823"/>
          <a:ext cx="2476912" cy="2476912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BD063-6273-854B-8085-BFFBE9AE96E0}">
      <dsp:nvSpPr>
        <dsp:cNvPr id="0" name=""/>
        <dsp:cNvSpPr/>
      </dsp:nvSpPr>
      <dsp:spPr>
        <a:xfrm>
          <a:off x="656296" y="1084579"/>
          <a:ext cx="2312242" cy="23118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Safety guardrails: source-anchored checks and unsupported-claim controls.</a:t>
          </a:r>
        </a:p>
      </dsp:txBody>
      <dsp:txXfrm>
        <a:off x="986616" y="1414903"/>
        <a:ext cx="1651601" cy="1651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01067-E063-6343-B1AF-1A2EE847F53D}">
      <dsp:nvSpPr>
        <dsp:cNvPr id="0" name=""/>
        <dsp:cNvSpPr/>
      </dsp:nvSpPr>
      <dsp:spPr>
        <a:xfrm>
          <a:off x="0" y="62251"/>
          <a:ext cx="10789920" cy="1032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Primary KPI: Task Comprehension Accuracy (%) vs 7-item gold checklist.</a:t>
          </a:r>
        </a:p>
      </dsp:txBody>
      <dsp:txXfrm>
        <a:off x="50420" y="112671"/>
        <a:ext cx="10689080" cy="932014"/>
      </dsp:txXfrm>
    </dsp:sp>
    <dsp:sp modelId="{68009394-032C-3F47-B4EF-7C5865A5E975}">
      <dsp:nvSpPr>
        <dsp:cNvPr id="0" name=""/>
        <dsp:cNvSpPr/>
      </dsp:nvSpPr>
      <dsp:spPr>
        <a:xfrm>
          <a:off x="0" y="1169985"/>
          <a:ext cx="10789920" cy="1032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Method: n=5 within-subject pilot, counterbalanced raw vs MedAssist.</a:t>
          </a:r>
        </a:p>
      </dsp:txBody>
      <dsp:txXfrm>
        <a:off x="50420" y="1220405"/>
        <a:ext cx="10689080" cy="932014"/>
      </dsp:txXfrm>
    </dsp:sp>
    <dsp:sp modelId="{A5DA6CE7-7296-6546-8402-439BCDDCA398}">
      <dsp:nvSpPr>
        <dsp:cNvPr id="0" name=""/>
        <dsp:cNvSpPr/>
      </dsp:nvSpPr>
      <dsp:spPr>
        <a:xfrm>
          <a:off x="0" y="2277720"/>
          <a:ext cx="10789920" cy="1032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Secondary: question coverage, usefulness, unsupported claim rate, readiness time.</a:t>
          </a:r>
        </a:p>
      </dsp:txBody>
      <dsp:txXfrm>
        <a:off x="50420" y="2328140"/>
        <a:ext cx="10689080" cy="932014"/>
      </dsp:txXfrm>
    </dsp:sp>
    <dsp:sp modelId="{89C3CC1D-DA50-2646-B91C-0C46A5A93450}">
      <dsp:nvSpPr>
        <dsp:cNvPr id="0" name=""/>
        <dsp:cNvSpPr/>
      </dsp:nvSpPr>
      <dsp:spPr>
        <a:xfrm>
          <a:off x="0" y="3385454"/>
          <a:ext cx="10789920" cy="1032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Targets: +25 point comprehension gain and 0% unsupported claims post-review.</a:t>
          </a:r>
        </a:p>
      </dsp:txBody>
      <dsp:txXfrm>
        <a:off x="50420" y="3435874"/>
        <a:ext cx="10689080" cy="9320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E1D76-89C1-4390-85F1-3CB2334C30F3}">
      <dsp:nvSpPr>
        <dsp:cNvPr id="0" name=""/>
        <dsp:cNvSpPr/>
      </dsp:nvSpPr>
      <dsp:spPr>
        <a:xfrm>
          <a:off x="959850" y="960887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E2F4D-5C30-4F98-86B6-E828E98AE052}">
      <dsp:nvSpPr>
        <dsp:cNvPr id="0" name=""/>
        <dsp:cNvSpPr/>
      </dsp:nvSpPr>
      <dsp:spPr>
        <a:xfrm>
          <a:off x="70706" y="279967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 Azure LLM Service Layer using endpoint, api_key, prompt, and patient_data.</a:t>
          </a:r>
        </a:p>
      </dsp:txBody>
      <dsp:txXfrm>
        <a:off x="70706" y="2799672"/>
        <a:ext cx="3233249" cy="720000"/>
      </dsp:txXfrm>
    </dsp:sp>
    <dsp:sp modelId="{7FB48257-901F-4EF2-B6C9-78421BC4BD96}">
      <dsp:nvSpPr>
        <dsp:cNvPr id="0" name=""/>
        <dsp:cNvSpPr/>
      </dsp:nvSpPr>
      <dsp:spPr>
        <a:xfrm>
          <a:off x="4758918" y="960887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03B63-4599-4A16-BDF7-F413B10E8033}">
      <dsp:nvSpPr>
        <dsp:cNvPr id="0" name=""/>
        <dsp:cNvSpPr/>
      </dsp:nvSpPr>
      <dsp:spPr>
        <a:xfrm>
          <a:off x="3869775" y="279967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Expose a FastAPI route to orchestrate summary and question generation.</a:t>
          </a:r>
        </a:p>
      </dsp:txBody>
      <dsp:txXfrm>
        <a:off x="3869775" y="2799672"/>
        <a:ext cx="3233249" cy="720000"/>
      </dsp:txXfrm>
    </dsp:sp>
    <dsp:sp modelId="{154A83B5-94CC-4BC6-BBB5-D76A6CAAE752}">
      <dsp:nvSpPr>
        <dsp:cNvPr id="0" name=""/>
        <dsp:cNvSpPr/>
      </dsp:nvSpPr>
      <dsp:spPr>
        <a:xfrm>
          <a:off x="8557987" y="960887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94406-45D3-44A2-A727-2F62395C0F21}">
      <dsp:nvSpPr>
        <dsp:cNvPr id="0" name=""/>
        <dsp:cNvSpPr/>
      </dsp:nvSpPr>
      <dsp:spPr>
        <a:xfrm>
          <a:off x="7668843" y="279967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Return JSON outputs for frontend question-card workflow.</a:t>
          </a:r>
        </a:p>
      </dsp:txBody>
      <dsp:txXfrm>
        <a:off x="7668843" y="2799672"/>
        <a:ext cx="323324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43712-EDD6-784F-A33D-D4BD59288835}">
      <dsp:nvSpPr>
        <dsp:cNvPr id="0" name=""/>
        <dsp:cNvSpPr/>
      </dsp:nvSpPr>
      <dsp:spPr>
        <a:xfrm>
          <a:off x="0" y="909680"/>
          <a:ext cx="6666833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A7EC3-A944-684C-AE83-A2217EFE39D6}">
      <dsp:nvSpPr>
        <dsp:cNvPr id="0" name=""/>
        <dsp:cNvSpPr/>
      </dsp:nvSpPr>
      <dsp:spPr>
        <a:xfrm>
          <a:off x="333341" y="67352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Python FastAPI backend.</a:t>
          </a:r>
        </a:p>
      </dsp:txBody>
      <dsp:txXfrm>
        <a:off x="356398" y="696577"/>
        <a:ext cx="4620669" cy="426206"/>
      </dsp:txXfrm>
    </dsp:sp>
    <dsp:sp modelId="{F11B4F54-1941-4F46-83ED-E2253E756D3F}">
      <dsp:nvSpPr>
        <dsp:cNvPr id="0" name=""/>
        <dsp:cNvSpPr/>
      </dsp:nvSpPr>
      <dsp:spPr>
        <a:xfrm>
          <a:off x="0" y="1635440"/>
          <a:ext cx="6666833" cy="90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Azure LLM Service Layer uses: Azure Endpoint, API Key, prompt, and patient data as arguments.</a:t>
          </a:r>
        </a:p>
      </dsp:txBody>
      <dsp:txXfrm>
        <a:off x="0" y="1635440"/>
        <a:ext cx="6666833" cy="907199"/>
      </dsp:txXfrm>
    </dsp:sp>
    <dsp:sp modelId="{8A443392-DB0D-374F-92FF-83993F20A1EF}">
      <dsp:nvSpPr>
        <dsp:cNvPr id="0" name=""/>
        <dsp:cNvSpPr/>
      </dsp:nvSpPr>
      <dsp:spPr>
        <a:xfrm>
          <a:off x="333341" y="139928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2340760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60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Architecture includes an Azure LLM Service Layer.</a:t>
          </a:r>
        </a:p>
      </dsp:txBody>
      <dsp:txXfrm>
        <a:off x="356398" y="1422337"/>
        <a:ext cx="4620669" cy="426206"/>
      </dsp:txXfrm>
    </dsp:sp>
    <dsp:sp modelId="{6BDD0DFA-9D67-5B44-AEF9-11727EAD670F}">
      <dsp:nvSpPr>
        <dsp:cNvPr id="0" name=""/>
        <dsp:cNvSpPr/>
      </dsp:nvSpPr>
      <dsp:spPr>
        <a:xfrm>
          <a:off x="0" y="2865200"/>
          <a:ext cx="6666833" cy="1915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Fetch JSON from patient1.json.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 patient data + prompt1 -&gt; Azure LLM Service Layer -&gt; Patient Summary (JSON).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 Patient Summary + prompt2 -&gt; Azure LLM Service Layer -&gt; Patient Probable Questions (JSON).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Return both JSON objects in an array as API response.</a:t>
          </a:r>
        </a:p>
      </dsp:txBody>
      <dsp:txXfrm>
        <a:off x="0" y="2865200"/>
        <a:ext cx="6666833" cy="1915199"/>
      </dsp:txXfrm>
    </dsp:sp>
    <dsp:sp modelId="{A5E6631B-F865-3842-A0E5-D810E5C33E6A}">
      <dsp:nvSpPr>
        <dsp:cNvPr id="0" name=""/>
        <dsp:cNvSpPr/>
      </dsp:nvSpPr>
      <dsp:spPr>
        <a:xfrm>
          <a:off x="333341" y="262904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API(Route) flow:</a:t>
          </a:r>
        </a:p>
      </dsp:txBody>
      <dsp:txXfrm>
        <a:off x="356398" y="2652097"/>
        <a:ext cx="4620669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9BAA0-D2ED-0C49-9998-677B988B444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DDBB8-BC50-0645-B43A-8C696DA16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4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0D2A-F12F-A38E-223F-B50A22FA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2AABC-D6A3-BFDC-E748-09EE8C0EF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B6E02-F743-D7F8-1C1D-2BEA122C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1938F-6C95-46E8-664D-CFF1F1835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FFE858-4772-7F41-B59B-637642CAD1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49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AD7A-F9B0-7A1B-6E5E-0AC208BD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DBC9D2C-4CE3-EB99-74EC-FFA03B7FF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716" t="53689" r="38865" b="4066"/>
          <a:stretch>
            <a:fillRect/>
          </a:stretch>
        </p:blipFill>
        <p:spPr>
          <a:xfrm>
            <a:off x="1727633" y="1"/>
            <a:ext cx="10462781" cy="66620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109C25C-35A0-3CE7-F531-DBE4E340B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247" t="-766" r="-7650" b="39439"/>
          <a:stretch>
            <a:fillRect/>
          </a:stretch>
        </p:blipFill>
        <p:spPr>
          <a:xfrm>
            <a:off x="1589" y="-1268344"/>
            <a:ext cx="8168841" cy="81263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DCF720C-0CFC-9A92-5D62-6D51EBD38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153" t="-2787" r="8253" b="63563"/>
          <a:stretch>
            <a:fillRect/>
          </a:stretch>
        </p:blipFill>
        <p:spPr>
          <a:xfrm>
            <a:off x="3872845" y="3247000"/>
            <a:ext cx="8317569" cy="361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AB5A9-9F7C-0FBF-7335-8615F7F7DC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557" b="13559"/>
          <a:stretch>
            <a:fillRect/>
          </a:stretch>
        </p:blipFill>
        <p:spPr>
          <a:xfrm>
            <a:off x="1324202" y="0"/>
            <a:ext cx="9409544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A8E2B1-E996-CCB9-FBC3-1A212FDF7243}"/>
              </a:ext>
            </a:extLst>
          </p:cNvPr>
          <p:cNvGrpSpPr/>
          <p:nvPr/>
        </p:nvGrpSpPr>
        <p:grpSpPr>
          <a:xfrm>
            <a:off x="3138724" y="779257"/>
            <a:ext cx="5435135" cy="687139"/>
            <a:chOff x="1123026" y="2224942"/>
            <a:chExt cx="5003280" cy="63254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843542-9AD2-D2C1-6FB5-3F3A46781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4882" y="2224942"/>
              <a:ext cx="1341424" cy="63254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4AE0102-0F71-C462-04D6-915FA864A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3026" y="2224942"/>
              <a:ext cx="2638042" cy="63254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4065517-F0D9-205A-9FEA-5CF7DEE0D067}"/>
              </a:ext>
            </a:extLst>
          </p:cNvPr>
          <p:cNvSpPr txBox="1"/>
          <p:nvPr/>
        </p:nvSpPr>
        <p:spPr>
          <a:xfrm>
            <a:off x="1833108" y="2646384"/>
            <a:ext cx="83427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/>
            <a:r>
              <a:rPr lang="en-US" sz="5200" b="1">
                <a:solidFill>
                  <a:srgbClr val="0B1F3A"/>
                </a:solidFill>
                <a:latin typeface="Calibri" panose="020B0303030403020204" pitchFamily="34" charset="0"/>
              </a:rPr>
              <a:t>AI for Healthcare</a:t>
            </a:r>
          </a:p>
          <a:p>
            <a:pPr algn="ctr" defTabSz="457182"/>
            <a:r>
              <a:rPr lang="en-US" sz="5200" b="1">
                <a:solidFill>
                  <a:srgbClr val="0B1F3A"/>
                </a:solidFill>
                <a:latin typeface="Calibri" panose="020B0303030403020204" pitchFamily="34" charset="0"/>
              </a:rPr>
              <a:t>Hackathon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4831C-1D51-44ED-1091-F38BD5843C12}"/>
              </a:ext>
            </a:extLst>
          </p:cNvPr>
          <p:cNvSpPr txBox="1"/>
          <p:nvPr/>
        </p:nvSpPr>
        <p:spPr>
          <a:xfrm>
            <a:off x="1924641" y="4425212"/>
            <a:ext cx="8342719" cy="656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333F52"/>
                </a:solidFill>
                <a:latin typeface="Calibri"/>
              </a:rPr>
              <a:t>MedAssist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1DA6F-FF6A-1226-9A1F-EAB457D9BAEA}"/>
              </a:ext>
            </a:extLst>
          </p:cNvPr>
          <p:cNvSpPr txBox="1"/>
          <p:nvPr/>
        </p:nvSpPr>
        <p:spPr>
          <a:xfrm>
            <a:off x="3356088" y="541029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E4C5E"/>
                </a:solidFill>
              </a:defRPr>
            </a:pPr>
            <a:r>
              <a:rPr lang="en-US" dirty="0"/>
              <a:t>Age-Aware Plain Summary and Question Card</a:t>
            </a:r>
          </a:p>
        </p:txBody>
      </p:sp>
    </p:spTree>
    <p:extLst>
      <p:ext uri="{BB962C8B-B14F-4D97-AF65-F5344CB8AC3E}">
        <p14:creationId xmlns:p14="http://schemas.microsoft.com/office/powerpoint/2010/main" val="305310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rPr dirty="0"/>
              <a:t>The gap is follow-through, not diagnosis.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2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729E0825-C2C2-0878-8DAB-FF42485783B4}"/>
              </a:ext>
            </a:extLst>
          </p:cNvPr>
          <p:cNvGraphicFramePr/>
          <p:nvPr/>
        </p:nvGraphicFramePr>
        <p:xfrm>
          <a:off x="822960" y="1737360"/>
          <a:ext cx="1078992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Why Synthea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Safe, practical, and evaluation-ready data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Fully synthetic patient notes (no PHI risk).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Fast to curate for hackathon timeline and demos.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Supports age-band scenarios (young adult, adult, senior).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Aligned with trust and transparency expectations.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Use-Case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From synthetic note to patient-ready doctor question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1. Input</a:t>
            </a:r>
            <a:br/>
            <a:r>
              <a:t>Synthetic</a:t>
            </a:r>
            <a:br/>
            <a:r>
              <a:t>Synthea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1488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8648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2. Generate</a:t>
            </a:r>
            <a:br/>
            <a:r>
              <a:t>Summary +</a:t>
            </a:r>
            <a:br/>
            <a:r>
              <a:t>Checklist +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6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4376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3. Guardrails</a:t>
            </a:r>
            <a:br/>
            <a:r>
              <a:t>Source checks</a:t>
            </a:r>
            <a:br/>
            <a:r>
              <a:t>Safety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0104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4. Review</a:t>
            </a:r>
            <a:br/>
            <a:r>
              <a:t>Human approve</a:t>
            </a:r>
            <a:br/>
            <a:r>
              <a:t>or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85832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5. Final</a:t>
            </a:r>
            <a:br/>
            <a:r>
              <a:t>Top-3 Visit</a:t>
            </a:r>
            <a:br/>
            <a:r>
              <a:t>Question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4</a:t>
            </a:r>
          </a:p>
        </p:txBody>
      </p:sp>
      <p:graphicFrame>
        <p:nvGraphicFramePr>
          <p:cNvPr id="16" name="TextBox 12">
            <a:extLst>
              <a:ext uri="{FF2B5EF4-FFF2-40B4-BE49-F238E27FC236}">
                <a16:creationId xmlns:a16="http://schemas.microsoft.com/office/drawing/2014/main" id="{718731DD-0227-2FEB-C6C5-4AA4A4825125}"/>
              </a:ext>
            </a:extLst>
          </p:cNvPr>
          <p:cNvGraphicFramePr/>
          <p:nvPr/>
        </p:nvGraphicFramePr>
        <p:xfrm>
          <a:off x="822960" y="4069080"/>
          <a:ext cx="10789920" cy="1920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Trust, Safety,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5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5D8A760F-8C09-92EC-A34B-CAEA05C7661D}"/>
              </a:ext>
            </a:extLst>
          </p:cNvPr>
          <p:cNvGraphicFramePr/>
          <p:nvPr/>
        </p:nvGraphicFramePr>
        <p:xfrm>
          <a:off x="822960" y="1737360"/>
          <a:ext cx="1078992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Evaluation Metrics and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6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9E210F58-81BE-20E7-2A82-C4A0D7736B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346534"/>
              </p:ext>
            </p:extLst>
          </p:nvPr>
        </p:nvGraphicFramePr>
        <p:xfrm>
          <a:off x="822960" y="1737360"/>
          <a:ext cx="1078992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Results Template and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Measured, safe, and practical workflow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Raw comprehension: [X]%   |   MedAssist comprehension: [Y]%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Median time to readiness: [A] min -&gt; [B] min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Readability: grade [M] -&gt; [N]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Next step: broader outpatient validation and multilingual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Backend Implementation Flow (FastAPI + Azure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5AA8"/>
                </a:solidFill>
              </a:defRPr>
            </a:pPr>
            <a:r>
              <a:t>Route loads patient1.json, calls prompt1 and prompt2 through Azure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E4C5E"/>
                </a:solidFill>
              </a:defRPr>
            </a:pPr>
            <a:r>
              <a:t>Build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8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D948A406-43A9-8DB0-177B-D9069F72C4DF}"/>
              </a:ext>
            </a:extLst>
          </p:cNvPr>
          <p:cNvGraphicFramePr/>
          <p:nvPr/>
        </p:nvGraphicFramePr>
        <p:xfrm>
          <a:off x="731520" y="1600200"/>
          <a:ext cx="1097280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Backend Implementation Flow (FastAPI + Azure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5AA8"/>
                </a:solidFill>
              </a:defRPr>
            </a:pPr>
            <a:r>
              <a:t>Route loads patient1.json, calls prompt1 and prompt2 through Azure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E4C5E"/>
                </a:solidFill>
              </a:defRPr>
            </a:pPr>
            <a:r>
              <a:t>Build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026"/>
                </a:solidFill>
              </a:defRPr>
            </a:pPr>
            <a:r>
              <a:t>Step 1: Fetch patient JSON from patient1.json.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Call Azure service with prompt1 + patient_data.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Receive Patient Summary (JSON).</a:t>
            </a:r>
          </a:p>
          <a:p>
            <a:pPr>
              <a:defRPr sz="2000">
                <a:solidFill>
                  <a:srgbClr val="1C2026"/>
                </a:solidFill>
              </a:defRPr>
            </a:pPr>
            <a:r>
              <a:t>Step 2: Use Patient Summary for second model call.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Call Azure service with prompt2 + patient_summary.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Receive Patient Probable Questions (JSON).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Backend Implementation Flow (FastAPI + Azure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5AA8"/>
                </a:solidFill>
              </a:defRPr>
            </a:pPr>
            <a:r>
              <a:t>Route loads patient1.json, calls prompt1 and prompt2 through Azure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E4C5E"/>
                </a:solidFill>
              </a:defRPr>
            </a:pPr>
            <a:r>
              <a:t>Build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026"/>
                </a:solidFill>
              </a:defRPr>
            </a:pPr>
            <a:r>
              <a:t>Complete API route pipeline: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Read patient1.json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prompt1 -&gt; Patient Summary JSON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prompt2 + Patient Summary -&gt; Patient Probable Questions JSON</a:t>
            </a:r>
          </a:p>
          <a:p>
            <a:pPr lvl="1">
              <a:defRPr sz="1600">
                <a:solidFill>
                  <a:srgbClr val="3E4C5E"/>
                </a:solidFill>
              </a:defRPr>
            </a:pPr>
            <a:r>
              <a:t>Return both JSON objects in an array response</a:t>
            </a:r>
          </a:p>
          <a:p>
            <a:pPr>
              <a:defRPr sz="2000">
                <a:solidFill>
                  <a:srgbClr val="1C2026"/>
                </a:solidFill>
              </a:defRPr>
            </a:pPr>
            <a:r>
              <a:t>This enables doctor-question UX with clear backend contract.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B1F3A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Backend Architecture and API Route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64700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5AA8"/>
                </a:solidFill>
              </a:defRPr>
            </a:pPr>
            <a:r>
              <a:rPr lang="en-US" sz="1400"/>
              <a:t>Python FastAPI backend with Azure LLM service layer and 2-step prompt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89053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E4C5E"/>
                </a:solidFill>
              </a:defRPr>
            </a:pPr>
            <a:r>
              <a:rPr lang="en-US" sz="1100"/>
              <a:t>MedAssist | athenahealth Hackathon | Slide 11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5F7043EF-7885-5311-5B35-D54BB1751F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3940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734</Words>
  <Application>Microsoft Macintosh PowerPoint</Application>
  <PresentationFormat>Widescreen</PresentationFormat>
  <Paragraphs>89</Paragraphs>
  <Slides>11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5</cp:revision>
  <dcterms:created xsi:type="dcterms:W3CDTF">2013-01-27T09:14:16Z</dcterms:created>
  <dcterms:modified xsi:type="dcterms:W3CDTF">2026-05-28T19:18:38Z</dcterms:modified>
  <cp:category/>
</cp:coreProperties>
</file>