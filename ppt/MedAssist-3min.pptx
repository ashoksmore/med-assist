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B1F3A"/>
                </a:solidFill>
              </a:defRPr>
            </a:pPr>
            <a:r>
              <a:t>MedAssist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E6C84"/>
                </a:solidFill>
              </a:defRPr>
            </a:pPr>
            <a:r>
              <a:t>Age-Aware Plain Summary and Question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B1F3A"/>
                </a:solidFill>
              </a:defRPr>
            </a:pPr>
            <a:r>
              <a:t>Track: Improve Patient Experience</a:t>
            </a:r>
          </a:p>
          <a:p>
            <a:pPr>
              <a:defRPr sz="2400">
                <a:solidFill>
                  <a:srgbClr val="0B1F3A"/>
                </a:solidFill>
              </a:defRPr>
            </a:pPr>
            <a:r>
              <a:t>Team: [Team Name]  |  Members: [Name 1], [Name 2], [Name 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84"/>
                </a:solidFill>
              </a:defRPr>
            </a:pPr>
            <a:r>
              <a:t>MedAssist | athenahealth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8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B1F3A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B1F3A"/>
                </a:solidFill>
              </a:defRPr>
            </a:pPr>
            <a:r>
              <a:t>Post-visit instructions are dense and clinical.</a:t>
            </a:r>
          </a:p>
          <a:p>
            <a:pPr>
              <a:defRPr sz="2400">
                <a:solidFill>
                  <a:srgbClr val="0B1F3A"/>
                </a:solidFill>
              </a:defRPr>
            </a:pPr>
            <a:r>
              <a:t>Patients may miss meds, labs, and follow-up steps.</a:t>
            </a:r>
          </a:p>
          <a:p>
            <a:pPr>
              <a:defRPr sz="2400">
                <a:solidFill>
                  <a:srgbClr val="0B1F3A"/>
                </a:solidFill>
              </a:defRPr>
            </a:pPr>
            <a:r>
              <a:t>Patients and caregivers forget key follow-up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84"/>
                </a:solidFill>
              </a:defRPr>
            </a:pPr>
            <a:r>
              <a:t>MedAssist | athenahealth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8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B1F3A"/>
                </a:solidFill>
              </a:defRPr>
            </a:pPr>
            <a:r>
              <a:t>Solution and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B1F3A"/>
                </a:solidFill>
              </a:defRPr>
            </a:pPr>
            <a:r>
              <a:t>Input: synthetic clinical note.</a:t>
            </a:r>
          </a:p>
          <a:p>
            <a:pPr>
              <a:defRPr sz="2400">
                <a:solidFill>
                  <a:srgbClr val="0B1F3A"/>
                </a:solidFill>
              </a:defRPr>
            </a:pPr>
            <a:r>
              <a:t>Output: plain summary, action checklist, and question card.</a:t>
            </a:r>
          </a:p>
          <a:p>
            <a:pPr>
              <a:defRPr sz="2400">
                <a:solidFill>
                  <a:srgbClr val="0B1F3A"/>
                </a:solidFill>
              </a:defRPr>
            </a:pPr>
            <a:r>
              <a:t>Flow: note -&gt; AI generation -&gt; guardrails -&gt; review -&gt; final card.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84"/>
                </a:solidFill>
              </a:defRPr>
            </a:pPr>
            <a:r>
              <a:t>MedAssist | athenahealth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8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B1F3A"/>
                </a:solidFill>
              </a:defRPr>
            </a:pPr>
            <a:r>
              <a:t>Trust, Safety,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B1F3A"/>
                </a:solidFill>
              </a:defRPr>
            </a:pPr>
            <a:r>
              <a:t>Synthetic data only and no PHI in demo.</a:t>
            </a:r>
          </a:p>
          <a:p>
            <a:pPr>
              <a:defRPr sz="2400">
                <a:solidFill>
                  <a:srgbClr val="0B1F3A"/>
                </a:solidFill>
              </a:defRPr>
            </a:pPr>
            <a:r>
              <a:t>Label: "Conversation starters, not medical advice."</a:t>
            </a:r>
          </a:p>
          <a:p>
            <a:pPr>
              <a:defRPr sz="2400">
                <a:solidFill>
                  <a:srgbClr val="0B1F3A"/>
                </a:solidFill>
              </a:defRPr>
            </a:pPr>
            <a:r>
              <a:t>Human approve/edit before patient-facing output.</a:t>
            </a:r>
          </a:p>
          <a:p>
            <a:pPr>
              <a:defRPr sz="2400">
                <a:solidFill>
                  <a:srgbClr val="0B1F3A"/>
                </a:solidFill>
              </a:defRPr>
            </a:pPr>
            <a:r>
              <a:t>React frontend + FastAPI backend + Azure OpenAI.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84"/>
                </a:solidFill>
              </a:defRPr>
            </a:pPr>
            <a:r>
              <a:t>MedAssist | athenahealth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8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B1F3A"/>
                </a:solidFill>
              </a:defRPr>
            </a:pPr>
            <a:r>
              <a:t>Metrics and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B1F3A"/>
                </a:solidFill>
              </a:defRPr>
            </a:pPr>
            <a:r>
              <a:t>Primary KPI: Task comprehension accuracy (%).</a:t>
            </a:r>
          </a:p>
          <a:p>
            <a:pPr>
              <a:defRPr sz="2400">
                <a:solidFill>
                  <a:srgbClr val="0B1F3A"/>
                </a:solidFill>
              </a:defRPr>
            </a:pPr>
            <a:r>
              <a:t>Secondary: coverage, usefulness, unsupported claims, readiness time.</a:t>
            </a:r>
          </a:p>
          <a:p>
            <a:pPr>
              <a:defRPr sz="2400">
                <a:solidFill>
                  <a:srgbClr val="0B1F3A"/>
                </a:solidFill>
              </a:defRPr>
            </a:pPr>
            <a:r>
              <a:t>Target: +25 point comprehension gain and 0% unsupported claims after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84"/>
                </a:solidFill>
              </a:defRPr>
            </a:pPr>
            <a:r>
              <a:t>MedAssist | athenahealth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8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B1F3A"/>
                </a:solidFill>
              </a:defRPr>
            </a:pPr>
            <a:r>
              <a:t>Demo and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B1F3A"/>
                </a:solidFill>
              </a:defRPr>
            </a:pPr>
            <a:r>
              <a:t>Demo: raw note -&gt; generate -&gt; review -&gt; final question card.</a:t>
            </a:r>
          </a:p>
          <a:p>
            <a:pPr>
              <a:defRPr sz="2400">
                <a:solidFill>
                  <a:srgbClr val="0B1F3A"/>
                </a:solidFill>
              </a:defRPr>
            </a:pPr>
            <a:r>
              <a:t>Backup: before/after screenshots if network is slow.</a:t>
            </a:r>
          </a:p>
          <a:p>
            <a:pPr>
              <a:defRPr sz="2400">
                <a:solidFill>
                  <a:srgbClr val="0B1F3A"/>
                </a:solidFill>
              </a:defRPr>
            </a:pPr>
            <a:r>
              <a:t>Next: broader pilot, multilingual support, workflow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84"/>
                </a:solidFill>
              </a:defRPr>
            </a:pPr>
            <a:r>
              <a:t>MedAssist | athenahealth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8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