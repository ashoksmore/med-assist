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F3A"/>
                </a:solidFill>
              </a:defRPr>
            </a:pPr>
            <a:r>
              <a:t>MedAssist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E6C84"/>
                </a:solidFill>
              </a:defRPr>
            </a:pPr>
            <a:r>
              <a:t>Age-Aware Plain Summary and Question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2937"/>
                </a:solidFill>
              </a:defRPr>
            </a:pPr>
            <a:r>
              <a:t>Post-visit instructions are dense and clinical.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Patients miss meds, labs, and follow-up steps.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Caregivers are unsure what to monitor or ask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Data Choice: Synthea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2937"/>
                </a:solidFill>
              </a:defRPr>
            </a:pPr>
            <a:r>
              <a:t>Synthetic patient notes (no PHI risk).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Fast to curate for hackathon timeline.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Supports age-band demo cases: young, adult, senior.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Aligned with trust/safety messaging for judges.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Use-Case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214884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1. Synthetic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3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920240"/>
            <a:ext cx="214884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2. AI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59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920240"/>
            <a:ext cx="214884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3.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920240"/>
            <a:ext cx="214884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4. Human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2402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59" y="1920240"/>
            <a:ext cx="214884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5. Question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Patient value: clear next steps + better doctor questions.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Reviewer approves/edits before anything patient-facing.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Output: top-3 selected questions in a shareable visit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Trust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2937"/>
                </a:solidFill>
              </a:defRPr>
            </a:pPr>
            <a:r>
              <a:t>Safety: source checks + "not medical advice" label.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Human approve/edit gate before patient-facing output.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Stack: React frontend + FastAPI backend + Azure OpenAI.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Metrics and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2937"/>
                </a:solidFill>
              </a:defRPr>
            </a:pPr>
            <a:r>
              <a:t>Primary KPI: Task comprehension accuracy (%).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Secondary: question coverage, usefulness, unsupported claims.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Target: +25 point comprehension vs raw note.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Target: 0% unsupported claims after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Demo Close (40s)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2937"/>
                </a:solidFill>
              </a:defRPr>
            </a:pPr>
            <a:r>
              <a:t>Show: raw note -&gt; generate -&gt; review -&gt; final question card.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Keep one backup before/after screenshot in case of delay.</a:t>
            </a:r>
          </a:p>
          <a:p>
            <a:pPr>
              <a:defRPr sz="2300">
                <a:solidFill>
                  <a:srgbClr val="1F2937"/>
                </a:solidFill>
              </a:defRPr>
            </a:pPr>
            <a:r>
              <a:t>Close: measurable patient readiness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C84"/>
                </a:solidFill>
              </a:defRPr>
            </a:pPr>
            <a:r>
              <a:t>MedAssist | 3-minute hackathon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C8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